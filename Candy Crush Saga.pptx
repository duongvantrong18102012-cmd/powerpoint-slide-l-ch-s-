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3" r:id="rId10"/>
    <p:sldId id="265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5" r:id="rId19"/>
    <p:sldId id="274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EEB"/>
    <a:srgbClr val="A52066"/>
    <a:srgbClr val="3478A9"/>
    <a:srgbClr val="95D4F3"/>
    <a:srgbClr val="FB89B7"/>
    <a:srgbClr val="FEE075"/>
    <a:srgbClr val="4B241D"/>
    <a:srgbClr val="F6D94C"/>
    <a:srgbClr val="4CA2DE"/>
    <a:srgbClr val="61B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F001F-5CD0-4F36-B9EB-9D22610993D7}" v="1109" dt="2021-11-11T11:27:35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76" d="100"/>
          <a:sy n="76" d="100"/>
        </p:scale>
        <p:origin x="384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0CFD-2498-469F-AD53-D9D18FA1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03C9A-8C9E-401F-9DD9-CC26421E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CD4D-CFB0-4594-A504-1614ABA4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BD5B-A441-4540-AEFA-D0660964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0A80-4F00-4D00-B109-9AE85C22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14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C57E-2294-43A8-9B5B-FA6B10A4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4BF1-E5B3-4DD1-B662-463A3C0EF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4B025-5C22-4A31-9571-72483409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E339-E24F-4988-A9BB-E784E1C4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3056-F13E-4608-A334-08AB09F1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80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0D7F-44A4-4B72-BF56-6528C4E9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D0D5D-8F20-4134-A573-127154E01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5DDF-947E-4137-9F85-A1490792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5B9BD-62F3-4571-8222-6D2629E5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BC3A7-5F90-4F23-83D4-76D3C987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247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7527-0C7D-4639-A057-F5F177A0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A739-0885-4354-8A69-B4F8EEC56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248E2-C242-450D-BC10-380D3C10A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15405-EBC1-4193-BC83-171402AD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D0142-2F0D-4CBE-9688-3A634B99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AC2F-B12F-4C79-8CBD-02E39F09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09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E129-9C2C-42D7-95E2-5AE9F15D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F785C-F753-4620-8B09-BAFFD8730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FE540-48D2-4F5C-A7DC-EDBB94FA1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B4471-4278-4C38-A6DC-0F742C1C2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DF9BB-372B-46A3-8107-76000D001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BBA95-5A2A-46C8-86D8-C97B549D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F0657-D697-47A0-AB84-60B27B13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42705-2561-40EE-A32C-66B0C4C6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132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4D91-2952-4D6F-ABA5-B8B68AE1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0A839-BE51-47CA-9E7D-D2DE0970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57179-81DE-4D9D-B832-386870DFF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24124-2106-45B2-9532-4C3BFBC2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80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D3494-EB1E-4540-A06B-EB52409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5EEC2-C558-445C-A08C-10D98A25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CBBF-A621-47BA-B7DA-A29B2301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508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38A5-DFF0-45A3-AEAD-D043B9B9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1CA2-09F5-47E1-8FF3-B510E9B6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78B68-CC36-4B73-A330-E1F448973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11C0C-735A-4620-84B4-9DB70247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E8531-A590-455F-8357-E56E5448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D897-E660-46A1-9974-2D644851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873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A55B-46B8-43EB-BAC9-2E4F19A6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A52C4-82C8-40E7-BC07-BA0F314BA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C690A-3B4D-4586-AD82-AADD87348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B6BF6-728E-4532-B4F0-B14CAAB7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CED7D-182D-40FF-A40D-ECC651B4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DD360-503E-4A8E-B2E3-C24BE526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4693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0936-CA84-4F44-8B87-01E19C28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08AA-8811-4CF4-A9FF-EB21B9087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A95F0-ED17-4DD6-93D4-8E4C0522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F1F13-A741-4B23-930A-03059057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473FC-4B1E-4374-AAB2-43D145EE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480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B528F-9CFF-4CCF-92B7-77AB257E2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520BC-0EB5-405A-BF09-289A3345E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805D-CE10-4680-84A2-5ECDB57E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ADB97-50E7-429D-8DCB-4F18FF7F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1019E-975C-41C7-96B1-A587E5D3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47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E994E-8D2E-4A06-AA39-880988C5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74FE8-2361-461A-936B-4ABCE2B9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29C7C-E818-4AD4-A742-4E3FECADF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4D967-9852-450C-A403-D77CA6D062E6}" type="datetimeFigureOut">
              <a:rPr lang="vi-VN" smtClean="0"/>
              <a:t>11/11/2021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BE14-937A-4918-958A-159F5D5CD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F7856-B5F9-4964-A08B-7C1BB6A43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373D0-2D28-45B4-9B03-54C947068C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000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openxmlformats.org/officeDocument/2006/relationships/image" Target="../media/image11.jpg"/><Relationship Id="rId3" Type="http://schemas.microsoft.com/office/2007/relationships/hdphoto" Target="../media/hdphoto1.wdp"/><Relationship Id="rId21" Type="http://schemas.openxmlformats.org/officeDocument/2006/relationships/image" Target="../media/image14.jp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10.jfif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3.jfif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g"/><Relationship Id="rId10" Type="http://schemas.microsoft.com/office/2007/relationships/hdphoto" Target="../media/hdphoto4.wdp"/><Relationship Id="rId19" Type="http://schemas.openxmlformats.org/officeDocument/2006/relationships/image" Target="../media/image12.jfif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Relationship Id="rId22" Type="http://schemas.openxmlformats.org/officeDocument/2006/relationships/image" Target="../media/image15.jfif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openxmlformats.org/officeDocument/2006/relationships/image" Target="../media/image11.jpg"/><Relationship Id="rId3" Type="http://schemas.microsoft.com/office/2007/relationships/hdphoto" Target="../media/hdphoto1.wdp"/><Relationship Id="rId21" Type="http://schemas.openxmlformats.org/officeDocument/2006/relationships/image" Target="../media/image14.jp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10.jfif"/><Relationship Id="rId2" Type="http://schemas.openxmlformats.org/officeDocument/2006/relationships/image" Target="../media/image1.png"/><Relationship Id="rId16" Type="http://schemas.openxmlformats.org/officeDocument/2006/relationships/image" Target="../media/image8.jpg"/><Relationship Id="rId20" Type="http://schemas.openxmlformats.org/officeDocument/2006/relationships/image" Target="../media/image13.jfif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10" Type="http://schemas.microsoft.com/office/2007/relationships/hdphoto" Target="../media/hdphoto4.wdp"/><Relationship Id="rId19" Type="http://schemas.openxmlformats.org/officeDocument/2006/relationships/image" Target="../media/image12.jfif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Relationship Id="rId22" Type="http://schemas.openxmlformats.org/officeDocument/2006/relationships/image" Target="../media/image15.jfif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13" Type="http://schemas.microsoft.com/office/2007/relationships/hdphoto" Target="../media/hdphoto10.wdp"/><Relationship Id="rId18" Type="http://schemas.microsoft.com/office/2007/relationships/hdphoto" Target="../media/hdphoto11.wdp"/><Relationship Id="rId3" Type="http://schemas.microsoft.com/office/2007/relationships/hdphoto" Target="../media/hdphoto7.wdp"/><Relationship Id="rId21" Type="http://schemas.openxmlformats.org/officeDocument/2006/relationships/image" Target="../media/image28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17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25.png"/><Relationship Id="rId20" Type="http://schemas.microsoft.com/office/2007/relationships/hdphoto" Target="../media/hdphoto12.wdp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11" Type="http://schemas.openxmlformats.org/officeDocument/2006/relationships/image" Target="../media/image8.jpg"/><Relationship Id="rId24" Type="http://schemas.microsoft.com/office/2007/relationships/hdphoto" Target="../media/hdphoto14.wdp"/><Relationship Id="rId5" Type="http://schemas.openxmlformats.org/officeDocument/2006/relationships/image" Target="../media/image18.png"/><Relationship Id="rId15" Type="http://schemas.openxmlformats.org/officeDocument/2006/relationships/image" Target="../media/image24.png"/><Relationship Id="rId23" Type="http://schemas.openxmlformats.org/officeDocument/2006/relationships/image" Target="../media/image29.png"/><Relationship Id="rId10" Type="http://schemas.openxmlformats.org/officeDocument/2006/relationships/image" Target="../media/image21.png"/><Relationship Id="rId19" Type="http://schemas.openxmlformats.org/officeDocument/2006/relationships/image" Target="../media/image27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3.png"/><Relationship Id="rId22" Type="http://schemas.microsoft.com/office/2007/relationships/hdphoto" Target="../media/hdphoto1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microsoft.com/office/2007/relationships/hdphoto" Target="../media/hdphoto10.wdp"/><Relationship Id="rId7" Type="http://schemas.openxmlformats.org/officeDocument/2006/relationships/image" Target="../media/image26.png"/><Relationship Id="rId12" Type="http://schemas.microsoft.com/office/2007/relationships/hdphoto" Target="../media/hdphoto1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0" Type="http://schemas.microsoft.com/office/2007/relationships/hdphoto" Target="../media/hdphoto9.wdp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5.wdp"/><Relationship Id="rId7" Type="http://schemas.openxmlformats.org/officeDocument/2006/relationships/image" Target="../media/image24.png"/><Relationship Id="rId12" Type="http://schemas.microsoft.com/office/2007/relationships/hdphoto" Target="../media/hdphoto9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microsoft.com/office/2007/relationships/hdphoto" Target="../media/hdphoto10.wdp"/><Relationship Id="rId10" Type="http://schemas.microsoft.com/office/2007/relationships/hdphoto" Target="../media/hdphoto11.wdp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microsoft.com/office/2007/relationships/hdphoto" Target="../media/hdphoto8.wdp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5.png"/><Relationship Id="rId4" Type="http://schemas.microsoft.com/office/2007/relationships/hdphoto" Target="../media/hdphoto16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microsoft.com/office/2007/relationships/hdphoto" Target="../media/hdphoto18.wdp"/><Relationship Id="rId3" Type="http://schemas.microsoft.com/office/2007/relationships/hdphoto" Target="../media/hdphoto15.wdp"/><Relationship Id="rId7" Type="http://schemas.microsoft.com/office/2007/relationships/hdphoto" Target="../media/hdphoto10.wdp"/><Relationship Id="rId12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microsoft.com/office/2007/relationships/hdphoto" Target="../media/hdphoto11.wdp"/><Relationship Id="rId5" Type="http://schemas.microsoft.com/office/2007/relationships/hdphoto" Target="../media/hdphoto16.wdp"/><Relationship Id="rId15" Type="http://schemas.microsoft.com/office/2007/relationships/hdphoto" Target="../media/hdphoto9.wdp"/><Relationship Id="rId10" Type="http://schemas.openxmlformats.org/officeDocument/2006/relationships/image" Target="../media/image26.png"/><Relationship Id="rId4" Type="http://schemas.openxmlformats.org/officeDocument/2006/relationships/image" Target="../media/image34.png"/><Relationship Id="rId9" Type="http://schemas.microsoft.com/office/2007/relationships/hdphoto" Target="../media/hdphoto17.wdp"/><Relationship Id="rId1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microsoft.com/office/2007/relationships/hdphoto" Target="../media/hdphoto9.wdp"/><Relationship Id="rId3" Type="http://schemas.microsoft.com/office/2007/relationships/hdphoto" Target="../media/hdphoto16.wdp"/><Relationship Id="rId7" Type="http://schemas.microsoft.com/office/2007/relationships/hdphoto" Target="../media/hdphoto17.wdp"/><Relationship Id="rId12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microsoft.com/office/2007/relationships/hdphoto" Target="../media/hdphoto18.wdp"/><Relationship Id="rId5" Type="http://schemas.microsoft.com/office/2007/relationships/hdphoto" Target="../media/hdphoto10.wdp"/><Relationship Id="rId10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microsoft.com/office/2007/relationships/hdphoto" Target="../media/hdphoto1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4C00"/>
            </a:gs>
            <a:gs pos="52000">
              <a:srgbClr val="FF9501"/>
            </a:gs>
            <a:gs pos="100000">
              <a:srgbClr val="FF4C0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76BBC7B-7274-40C7-8265-00F3933567B9}"/>
              </a:ext>
            </a:extLst>
          </p:cNvPr>
          <p:cNvGrpSpPr/>
          <p:nvPr/>
        </p:nvGrpSpPr>
        <p:grpSpPr>
          <a:xfrm>
            <a:off x="3048000" y="1999129"/>
            <a:ext cx="6464300" cy="3414274"/>
            <a:chOff x="3415553" y="1963270"/>
            <a:chExt cx="6464300" cy="3414274"/>
          </a:xfrm>
          <a:noFill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668A1A-FAE9-43C5-891C-DD6B3E20C8D1}"/>
                </a:ext>
              </a:extLst>
            </p:cNvPr>
            <p:cNvSpPr txBox="1"/>
            <p:nvPr/>
          </p:nvSpPr>
          <p:spPr>
            <a:xfrm>
              <a:off x="3415553" y="1963270"/>
              <a:ext cx="5360894" cy="221599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800" dirty="0">
                  <a:gradFill>
                    <a:gsLst>
                      <a:gs pos="19000">
                        <a:srgbClr val="FEC000"/>
                      </a:gs>
                      <a:gs pos="52000">
                        <a:srgbClr val="FFED52"/>
                      </a:gs>
                      <a:gs pos="81000">
                        <a:srgbClr val="FEC000"/>
                      </a:gs>
                    </a:gsLst>
                    <a:lin ang="16200000" scaled="1"/>
                  </a:gra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Gready PERSONAL USE ONLY" pitchFamily="50" charset="-93"/>
                  <a:ea typeface="Gready PERSONAL USE ONLY" pitchFamily="50" charset="-93"/>
                </a:rPr>
                <a:t>Group</a:t>
              </a:r>
              <a:endParaRPr lang="vi-VN" sz="13800" dirty="0">
                <a:gradFill>
                  <a:gsLst>
                    <a:gs pos="19000">
                      <a:srgbClr val="FEC000"/>
                    </a:gs>
                    <a:gs pos="52000">
                      <a:srgbClr val="FFED52"/>
                    </a:gs>
                    <a:gs pos="81000">
                      <a:srgbClr val="FEC000"/>
                    </a:gs>
                  </a:gsLst>
                  <a:lin ang="16200000" scaled="1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Gready PERSONAL USE ONLY" pitchFamily="50" charset="-93"/>
                <a:ea typeface="Gready PERSONAL USE ONLY" pitchFamily="50" charset="-93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A8FC10-8E52-4722-BFE0-B9DEC652D3B1}"/>
                </a:ext>
              </a:extLst>
            </p:cNvPr>
            <p:cNvSpPr txBox="1"/>
            <p:nvPr/>
          </p:nvSpPr>
          <p:spPr>
            <a:xfrm>
              <a:off x="4518959" y="3161553"/>
              <a:ext cx="5360894" cy="221599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800" dirty="0">
                  <a:gradFill>
                    <a:gsLst>
                      <a:gs pos="19000">
                        <a:srgbClr val="FEC000"/>
                      </a:gs>
                      <a:gs pos="52000">
                        <a:srgbClr val="FFED52"/>
                      </a:gs>
                      <a:gs pos="81000">
                        <a:srgbClr val="FEC000"/>
                      </a:gs>
                    </a:gsLst>
                    <a:lin ang="16200000" scaled="1"/>
                  </a:gra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Gready PERSONAL USE ONLY" pitchFamily="50" charset="-93"/>
                  <a:ea typeface="Gready PERSONAL USE ONLY" pitchFamily="50" charset="-93"/>
                </a:rPr>
                <a:t>Name</a:t>
              </a:r>
              <a:endParaRPr lang="vi-VN" sz="13800" dirty="0">
                <a:gradFill>
                  <a:gsLst>
                    <a:gs pos="19000">
                      <a:srgbClr val="FEC000"/>
                    </a:gs>
                    <a:gs pos="52000">
                      <a:srgbClr val="FFED52"/>
                    </a:gs>
                    <a:gs pos="81000">
                      <a:srgbClr val="FEC000"/>
                    </a:gs>
                  </a:gsLst>
                  <a:lin ang="16200000" scaled="1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Gready PERSONAL USE ONLY" pitchFamily="50" charset="-93"/>
                <a:ea typeface="Gready PERSONAL USE ONLY" pitchFamily="50" charset="-93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4C6B0B-692C-4DDF-9F61-A36433622F5F}"/>
              </a:ext>
            </a:extLst>
          </p:cNvPr>
          <p:cNvSpPr/>
          <p:nvPr/>
        </p:nvSpPr>
        <p:spPr>
          <a:xfrm>
            <a:off x="-25401" y="8014917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 dirty="0"/>
          </a:p>
        </p:txBody>
      </p:sp>
      <p:pic>
        <p:nvPicPr>
          <p:cNvPr id="10" name="Picture 9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5F48258-4ED8-4AF2-BFE4-42AFFA492E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667" b="79352" l="6302" r="23698">
                        <a14:foregroundMark x1="8698" y1="52500" x2="8698" y2="52500"/>
                        <a14:foregroundMark x1="11823" y1="46667" x2="11823" y2="46667"/>
                        <a14:foregroundMark x1="11563" y1="46852" x2="12188" y2="49444"/>
                        <a14:foregroundMark x1="13906" y1="50741" x2="13906" y2="50741"/>
                        <a14:foregroundMark x1="15104" y1="49074" x2="15313" y2="49352"/>
                        <a14:foregroundMark x1="15104" y1="50185" x2="15104" y2="50185"/>
                        <a14:foregroundMark x1="14896" y1="50463" x2="14896" y2="50463"/>
                        <a14:foregroundMark x1="14740" y1="50556" x2="14740" y2="50556"/>
                        <a14:foregroundMark x1="18021" y1="51389" x2="18021" y2="51389"/>
                        <a14:foregroundMark x1="21198" y1="56204" x2="21198" y2="56204"/>
                        <a14:foregroundMark x1="13021" y1="47685" x2="13021" y2="47685"/>
                        <a14:foregroundMark x1="6823" y1="57963" x2="7396" y2="59074"/>
                        <a14:foregroundMark x1="7240" y1="57222" x2="7240" y2="57222"/>
                        <a14:foregroundMark x1="11406" y1="65741" x2="11406" y2="65741"/>
                        <a14:foregroundMark x1="10469" y1="65185" x2="10469" y2="65185"/>
                        <a14:foregroundMark x1="10469" y1="65648" x2="10469" y2="65648"/>
                        <a14:foregroundMark x1="22396" y1="60463" x2="22604" y2="61296"/>
                        <a14:foregroundMark x1="22865" y1="60093" x2="22969" y2="61574"/>
                        <a14:foregroundMark x1="23333" y1="57778" x2="23333" y2="57778"/>
                        <a14:foregroundMark x1="23698" y1="60556" x2="23698" y2="60556"/>
                        <a14:foregroundMark x1="7813" y1="51574" x2="7813" y2="51574"/>
                        <a14:foregroundMark x1="7083" y1="53056" x2="7083" y2="53056"/>
                        <a14:foregroundMark x1="7396" y1="61204" x2="7396" y2="61204"/>
                        <a14:foregroundMark x1="7969" y1="61481" x2="7969" y2="61481"/>
                        <a14:foregroundMark x1="12292" y1="70833" x2="12292" y2="70833"/>
                        <a14:foregroundMark x1="12292" y1="69537" x2="12292" y2="69537"/>
                        <a14:foregroundMark x1="12760" y1="79537" x2="12760" y2="79537"/>
                        <a14:foregroundMark x1="13594" y1="70648" x2="13594" y2="70648"/>
                        <a14:foregroundMark x1="13698" y1="72407" x2="13698" y2="72407"/>
                        <a14:foregroundMark x1="13854" y1="70370" x2="13854" y2="71852"/>
                        <a14:foregroundMark x1="15000" y1="47500" x2="15000" y2="47500"/>
                        <a14:foregroundMark x1="14740" y1="48056" x2="14740" y2="48056"/>
                        <a14:foregroundMark x1="14635" y1="48056" x2="14635" y2="48056"/>
                        <a14:foregroundMark x1="15417" y1="47315" x2="15417" y2="47315"/>
                        <a14:foregroundMark x1="7604" y1="52500" x2="7604" y2="52500"/>
                        <a14:foregroundMark x1="6823" y1="53519" x2="6823" y2="53519"/>
                        <a14:foregroundMark x1="6615" y1="57037" x2="6615" y2="57037"/>
                        <a14:foregroundMark x1="6302" y1="58333" x2="6302" y2="58333"/>
                        <a14:foregroundMark x1="7240" y1="61389" x2="7240" y2="61389"/>
                        <a14:foregroundMark x1="19167" y1="68426" x2="19219" y2="68704"/>
                        <a14:foregroundMark x1="10156" y1="48704" x2="10156" y2="48704"/>
                        <a14:foregroundMark x1="22083" y1="56204" x2="22083" y2="56204"/>
                        <a14:foregroundMark x1="19427" y1="52130" x2="19427" y2="52130"/>
                        <a14:foregroundMark x1="17188" y1="47685" x2="17188" y2="47685"/>
                        <a14:foregroundMark x1="8750" y1="64722" x2="8750" y2="64722"/>
                        <a14:foregroundMark x1="8750" y1="63241" x2="8750" y2="63241"/>
                        <a14:foregroundMark x1="6823" y1="60185" x2="6823" y2="60185"/>
                        <a14:foregroundMark x1="6354" y1="57407" x2="6354" y2="57407"/>
                        <a14:foregroundMark x1="6979" y1="60926" x2="6979" y2="60926"/>
                        <a14:foregroundMark x1="8698" y1="63056" x2="8698" y2="63056"/>
                        <a14:foregroundMark x1="8229" y1="62315" x2="8229" y2="62315"/>
                        <a14:foregroundMark x1="8542" y1="63704" x2="8542" y2="63704"/>
                        <a14:foregroundMark x1="8438" y1="62963" x2="8438" y2="62963"/>
                        <a14:foregroundMark x1="12292" y1="68611" x2="12292" y2="68611"/>
                        <a14:foregroundMark x1="11927" y1="66481" x2="11927" y2="66481"/>
                        <a14:foregroundMark x1="12240" y1="67222" x2="12240" y2="67222"/>
                        <a14:foregroundMark x1="12344" y1="67778" x2="12344" y2="67778"/>
                        <a14:foregroundMark x1="12292" y1="69074" x2="12292" y2="69074"/>
                        <a14:foregroundMark x1="12188" y1="70556" x2="12188" y2="70556"/>
                        <a14:foregroundMark x1="12240" y1="70185" x2="12240" y2="70185"/>
                        <a14:foregroundMark x1="12188" y1="71019" x2="12188" y2="71019"/>
                        <a14:foregroundMark x1="18021" y1="66574" x2="18021" y2="66574"/>
                        <a14:foregroundMark x1="18229" y1="67593" x2="18229" y2="67593"/>
                        <a14:foregroundMark x1="18333" y1="68889" x2="18333" y2="68889"/>
                        <a14:foregroundMark x1="18333" y1="69259" x2="18333" y2="69259"/>
                        <a14:foregroundMark x1="18281" y1="68333" x2="18281" y2="6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2" t="44259" r="75208" b="17222"/>
          <a:stretch/>
        </p:blipFill>
        <p:spPr>
          <a:xfrm rot="16200000">
            <a:off x="961337" y="6032103"/>
            <a:ext cx="1131016" cy="304231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3DB6543-E47D-4414-8255-D36C944FE08D}"/>
              </a:ext>
            </a:extLst>
          </p:cNvPr>
          <p:cNvGrpSpPr/>
          <p:nvPr/>
        </p:nvGrpSpPr>
        <p:grpSpPr>
          <a:xfrm>
            <a:off x="2252089" y="-14586041"/>
            <a:ext cx="2865120" cy="4037658"/>
            <a:chOff x="1815291" y="-39347"/>
            <a:chExt cx="2865120" cy="2654054"/>
          </a:xfrm>
        </p:grpSpPr>
        <p:pic>
          <p:nvPicPr>
            <p:cNvPr id="12" name="Picture 11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699BE0EC-83A1-4F96-8AE2-891487E827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584753"/>
              <a:ext cx="2865120" cy="2029954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D8E066F-D218-4AEF-AC70-C7C0D4581F27}"/>
                </a:ext>
              </a:extLst>
            </p:cNvPr>
            <p:cNvCxnSpPr>
              <a:cxnSpLocks/>
            </p:cNvCxnSpPr>
            <p:nvPr/>
          </p:nvCxnSpPr>
          <p:spPr>
            <a:xfrm>
              <a:off x="3468461" y="-39347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75F88F-CD16-4D0E-B20E-8CB0B010586F}"/>
              </a:ext>
            </a:extLst>
          </p:cNvPr>
          <p:cNvGrpSpPr/>
          <p:nvPr/>
        </p:nvGrpSpPr>
        <p:grpSpPr>
          <a:xfrm>
            <a:off x="3006477" y="-7447912"/>
            <a:ext cx="2865120" cy="3086952"/>
            <a:chOff x="1815291" y="342048"/>
            <a:chExt cx="2865120" cy="3086952"/>
          </a:xfrm>
        </p:grpSpPr>
        <p:pic>
          <p:nvPicPr>
            <p:cNvPr id="15" name="Picture 14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3D38EFC8-430E-4146-8FD0-5015735170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371140"/>
              <a:ext cx="2865120" cy="305786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5442CAC-E7EE-4FF7-869D-DE2EA14D17B3}"/>
                </a:ext>
              </a:extLst>
            </p:cNvPr>
            <p:cNvCxnSpPr>
              <a:cxnSpLocks/>
            </p:cNvCxnSpPr>
            <p:nvPr/>
          </p:nvCxnSpPr>
          <p:spPr>
            <a:xfrm>
              <a:off x="3464789" y="342048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4BAEB70-1288-486A-9FF3-C0D0CFC3A757}"/>
              </a:ext>
            </a:extLst>
          </p:cNvPr>
          <p:cNvSpPr/>
          <p:nvPr/>
        </p:nvSpPr>
        <p:spPr>
          <a:xfrm>
            <a:off x="7011613" y="7757615"/>
            <a:ext cx="5353259" cy="3448795"/>
          </a:xfrm>
          <a:custGeom>
            <a:avLst/>
            <a:gdLst>
              <a:gd name="connsiteX0" fmla="*/ 4272761 w 5170887"/>
              <a:gd name="connsiteY0" fmla="*/ 40 h 3903962"/>
              <a:gd name="connsiteX1" fmla="*/ 5136404 w 5170887"/>
              <a:gd name="connsiteY1" fmla="*/ 89666 h 3903962"/>
              <a:gd name="connsiteX2" fmla="*/ 5170887 w 5170887"/>
              <a:gd name="connsiteY2" fmla="*/ 98715 h 3903962"/>
              <a:gd name="connsiteX3" fmla="*/ 5170887 w 5170887"/>
              <a:gd name="connsiteY3" fmla="*/ 2845179 h 3903962"/>
              <a:gd name="connsiteX4" fmla="*/ 84204 w 5170887"/>
              <a:gd name="connsiteY4" fmla="*/ 3903962 h 3903962"/>
              <a:gd name="connsiteX5" fmla="*/ 69163 w 5170887"/>
              <a:gd name="connsiteY5" fmla="*/ 3851642 h 3903962"/>
              <a:gd name="connsiteX6" fmla="*/ 38184 w 5170887"/>
              <a:gd name="connsiteY6" fmla="*/ 3708063 h 3903962"/>
              <a:gd name="connsiteX7" fmla="*/ 3016514 w 5170887"/>
              <a:gd name="connsiteY7" fmla="*/ 135741 h 3903962"/>
              <a:gd name="connsiteX8" fmla="*/ 4272761 w 5170887"/>
              <a:gd name="connsiteY8" fmla="*/ 40 h 390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0887" h="3903962">
                <a:moveTo>
                  <a:pt x="4272761" y="40"/>
                </a:moveTo>
                <a:cubicBezTo>
                  <a:pt x="4574343" y="1242"/>
                  <a:pt x="4864085" y="30120"/>
                  <a:pt x="5136404" y="89666"/>
                </a:cubicBezTo>
                <a:lnTo>
                  <a:pt x="5170887" y="98715"/>
                </a:lnTo>
                <a:lnTo>
                  <a:pt x="5170887" y="2845179"/>
                </a:lnTo>
                <a:lnTo>
                  <a:pt x="84204" y="3903962"/>
                </a:lnTo>
                <a:lnTo>
                  <a:pt x="69163" y="3851642"/>
                </a:lnTo>
                <a:cubicBezTo>
                  <a:pt x="57281" y="3804387"/>
                  <a:pt x="46939" y="3756519"/>
                  <a:pt x="38184" y="3708063"/>
                </a:cubicBezTo>
                <a:cubicBezTo>
                  <a:pt x="-241957" y="2157445"/>
                  <a:pt x="1046324" y="545833"/>
                  <a:pt x="3016514" y="135741"/>
                </a:cubicBezTo>
                <a:cubicBezTo>
                  <a:pt x="3447493" y="46034"/>
                  <a:pt x="3870652" y="-1564"/>
                  <a:pt x="4272761" y="4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0D3DDF-B790-4E33-AAEC-20C088FCB2D9}"/>
              </a:ext>
            </a:extLst>
          </p:cNvPr>
          <p:cNvSpPr/>
          <p:nvPr/>
        </p:nvSpPr>
        <p:spPr>
          <a:xfrm>
            <a:off x="6717604" y="12241356"/>
            <a:ext cx="5647268" cy="1854200"/>
          </a:xfrm>
          <a:custGeom>
            <a:avLst/>
            <a:gdLst>
              <a:gd name="connsiteX0" fmla="*/ 3328097 w 5474396"/>
              <a:gd name="connsiteY0" fmla="*/ 0 h 1854200"/>
              <a:gd name="connsiteX1" fmla="*/ 5456938 w 5474396"/>
              <a:gd name="connsiteY1" fmla="*/ 305613 h 1854200"/>
              <a:gd name="connsiteX2" fmla="*/ 5474396 w 5474396"/>
              <a:gd name="connsiteY2" fmla="*/ 312746 h 1854200"/>
              <a:gd name="connsiteX3" fmla="*/ 5474396 w 5474396"/>
              <a:gd name="connsiteY3" fmla="*/ 1854200 h 1854200"/>
              <a:gd name="connsiteX4" fmla="*/ 5385 w 5474396"/>
              <a:gd name="connsiteY4" fmla="*/ 1854200 h 1854200"/>
              <a:gd name="connsiteX5" fmla="*/ 1674 w 5474396"/>
              <a:gd name="connsiteY5" fmla="*/ 1821641 h 1854200"/>
              <a:gd name="connsiteX6" fmla="*/ 697 w 5474396"/>
              <a:gd name="connsiteY6" fmla="*/ 1733550 h 1854200"/>
              <a:gd name="connsiteX7" fmla="*/ 3328097 w 5474396"/>
              <a:gd name="connsiteY7" fmla="*/ 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74396" h="1854200">
                <a:moveTo>
                  <a:pt x="3328097" y="0"/>
                </a:moveTo>
                <a:cubicBezTo>
                  <a:pt x="4132078" y="0"/>
                  <a:pt x="4876754" y="95079"/>
                  <a:pt x="5456938" y="305613"/>
                </a:cubicBezTo>
                <a:lnTo>
                  <a:pt x="5474396" y="312746"/>
                </a:lnTo>
                <a:lnTo>
                  <a:pt x="5474396" y="1854200"/>
                </a:lnTo>
                <a:lnTo>
                  <a:pt x="5385" y="1854200"/>
                </a:lnTo>
                <a:lnTo>
                  <a:pt x="1674" y="1821641"/>
                </a:lnTo>
                <a:cubicBezTo>
                  <a:pt x="-155" y="1792442"/>
                  <a:pt x="-493" y="1763072"/>
                  <a:pt x="697" y="1733550"/>
                </a:cubicBezTo>
                <a:cubicBezTo>
                  <a:pt x="38797" y="788837"/>
                  <a:pt x="1490425" y="0"/>
                  <a:pt x="3328097" y="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1FBE0B4-8E11-4A6C-89C3-0EE63217D393}"/>
              </a:ext>
            </a:extLst>
          </p:cNvPr>
          <p:cNvSpPr/>
          <p:nvPr/>
        </p:nvSpPr>
        <p:spPr>
          <a:xfrm>
            <a:off x="3447701" y="10505759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63000">
                <a:srgbClr val="879307"/>
              </a:gs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1FA1CC-7CB3-458E-88B8-B1B239D8E4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 rot="2414245">
            <a:off x="14014867" y="2874033"/>
            <a:ext cx="2525749" cy="32202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3E00FB-610C-4D29-9C5B-1283520CB7B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352" b="92963" l="14792" r="36250">
                        <a14:foregroundMark x1="26667" y1="49444" x2="26667" y2="49444"/>
                        <a14:foregroundMark x1="15833" y1="65741" x2="15833" y2="65741"/>
                        <a14:foregroundMark x1="14792" y1="66111" x2="14792" y2="66111"/>
                        <a14:foregroundMark x1="27083" y1="90185" x2="27083" y2="90185"/>
                        <a14:foregroundMark x1="27031" y1="92685" x2="27031" y2="92963"/>
                        <a14:backgroundMark x1="19844" y1="52315" x2="17760" y2="56389"/>
                        <a14:backgroundMark x1="20000" y1="56667" x2="20000" y2="56667"/>
                        <a14:backgroundMark x1="19427" y1="51574" x2="22031" y2="52500"/>
                        <a14:backgroundMark x1="20781" y1="53333" x2="21094" y2="54074"/>
                      </a14:backgroundRemoval>
                    </a14:imgEffect>
                  </a14:imgLayer>
                </a14:imgProps>
              </a:ext>
            </a:extLst>
          </a:blip>
          <a:srcRect l="13864" t="44718" r="61250" b="5454"/>
          <a:stretch/>
        </p:blipFill>
        <p:spPr>
          <a:xfrm rot="17138356">
            <a:off x="1445705" y="6759063"/>
            <a:ext cx="3360117" cy="3784307"/>
          </a:xfrm>
          <a:prstGeom prst="rect">
            <a:avLst/>
          </a:prstGeom>
        </p:spPr>
      </p:pic>
      <p:sp>
        <p:nvSpPr>
          <p:cNvPr id="22" name="Cloud 21">
            <a:extLst>
              <a:ext uri="{FF2B5EF4-FFF2-40B4-BE49-F238E27FC236}">
                <a16:creationId xmlns:a16="http://schemas.microsoft.com/office/drawing/2014/main" id="{4C0480DD-3D36-4A68-9A4A-DD2656527D35}"/>
              </a:ext>
            </a:extLst>
          </p:cNvPr>
          <p:cNvSpPr/>
          <p:nvPr/>
        </p:nvSpPr>
        <p:spPr>
          <a:xfrm>
            <a:off x="7653223" y="-2175017"/>
            <a:ext cx="2718360" cy="1027954"/>
          </a:xfrm>
          <a:prstGeom prst="cloud">
            <a:avLst/>
          </a:prstGeom>
          <a:gradFill>
            <a:gsLst>
              <a:gs pos="0">
                <a:srgbClr val="E0EEF1"/>
              </a:gs>
              <a:gs pos="100000">
                <a:srgbClr val="01AE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A5DDE95B-C466-4441-8E2D-0895F734249E}"/>
              </a:ext>
            </a:extLst>
          </p:cNvPr>
          <p:cNvSpPr/>
          <p:nvPr/>
        </p:nvSpPr>
        <p:spPr>
          <a:xfrm rot="10800000">
            <a:off x="-4240797" y="-1436374"/>
            <a:ext cx="2718360" cy="1027954"/>
          </a:xfrm>
          <a:prstGeom prst="cloud">
            <a:avLst/>
          </a:prstGeom>
          <a:gradFill>
            <a:gsLst>
              <a:gs pos="0">
                <a:srgbClr val="01AEF0"/>
              </a:gs>
              <a:gs pos="100000">
                <a:srgbClr val="E0E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3848D69-54B0-4665-837E-14EF5FD6EC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 rot="20210715" flipH="1">
            <a:off x="-3258726" y="2279147"/>
            <a:ext cx="2564624" cy="3220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504733-D111-48BF-B167-F8D0E27A0F1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7604" y1="87870" x2="67969" y2="88241"/>
                        <a14:foregroundMark x1="69063" y1="89074" x2="69844" y2="88704"/>
                        <a14:foregroundMark x1="64323" y1="85648" x2="64323" y2="856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>
            <a:off x="7123116" y="8651216"/>
            <a:ext cx="1654900" cy="15936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488F12-DDA4-481A-AECB-A1D0F3A061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889" b="46204" l="73750" r="94844">
                        <a14:foregroundMark x1="82500" y1="42037" x2="85208" y2="42130"/>
                        <a14:foregroundMark x1="79167" y1="44074" x2="80781" y2="42685"/>
                        <a14:foregroundMark x1="77813" y1="43241" x2="78854" y2="41759"/>
                        <a14:foregroundMark x1="77865" y1="45000" x2="77865" y2="45000"/>
                        <a14:foregroundMark x1="88542" y1="39444" x2="91146" y2="40000"/>
                        <a14:foregroundMark x1="93698" y1="28148" x2="94219" y2="34722"/>
                        <a14:foregroundMark x1="94323" y1="43796" x2="94479" y2="38148"/>
                        <a14:foregroundMark x1="82448" y1="38611" x2="86615" y2="36481"/>
                        <a14:foregroundMark x1="92969" y1="18056" x2="93281" y2="23981"/>
                        <a14:foregroundMark x1="94844" y1="10370" x2="94844" y2="10370"/>
                        <a14:foregroundMark x1="84219" y1="42685" x2="87188" y2="41481"/>
                        <a14:foregroundMark x1="77344" y1="46204" x2="77344" y2="46204"/>
                        <a14:foregroundMark x1="91719" y1="9444" x2="91719" y2="9444"/>
                      </a14:backgroundRemoval>
                    </a14:imgEffect>
                  </a14:imgLayer>
                </a14:imgProps>
              </a:ext>
            </a:extLst>
          </a:blip>
          <a:srcRect l="71638" t="4953" r="4862" b="53043"/>
          <a:stretch/>
        </p:blipFill>
        <p:spPr>
          <a:xfrm rot="2289587">
            <a:off x="13386261" y="-1340473"/>
            <a:ext cx="2666512" cy="2680945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094A68C6-347A-4D53-A74B-E81CBF577A75}"/>
              </a:ext>
            </a:extLst>
          </p:cNvPr>
          <p:cNvGrpSpPr/>
          <p:nvPr/>
        </p:nvGrpSpPr>
        <p:grpSpPr>
          <a:xfrm>
            <a:off x="4135282" y="-5909986"/>
            <a:ext cx="6432480" cy="3137953"/>
            <a:chOff x="4553814" y="951594"/>
            <a:chExt cx="6432480" cy="313795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FB8101E-6942-45A3-A111-13DB6D9FEA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8576" b="54601" l="56131" r="65654">
                          <a14:foregroundMark x1="57500" y1="22778" x2="57500" y2="22778"/>
                          <a14:foregroundMark x1="59479" y1="21296" x2="59740" y2="21296"/>
                          <a14:foregroundMark x1="60260" y1="21389" x2="60469" y2="21481"/>
                          <a14:foregroundMark x1="61042" y1="21481" x2="61302" y2="21667"/>
                          <a14:foregroundMark x1="59844" y1="23056" x2="59844" y2="23056"/>
                          <a14:foregroundMark x1="58229" y1="21389" x2="58229" y2="21389"/>
                          <a14:foregroundMark x1="57969" y1="22130" x2="57969" y2="22130"/>
                          <a14:foregroundMark x1="58958" y1="21389" x2="58958" y2="21389"/>
                          <a14:foregroundMark x1="61771" y1="21481" x2="61771" y2="21481"/>
                          <a14:foregroundMark x1="62344" y1="22037" x2="62500" y2="22130"/>
                          <a14:foregroundMark x1="63438" y1="24907" x2="63438" y2="24907"/>
                          <a14:foregroundMark x1="63021" y1="23056" x2="63021" y2="23056"/>
                          <a14:foregroundMark x1="63281" y1="23981" x2="63281" y2="23981"/>
                          <a14:foregroundMark x1="56979" y1="51667" x2="56979" y2="51667"/>
                          <a14:foregroundMark x1="58177" y1="53333" x2="58177" y2="53333"/>
                          <a14:foregroundMark x1="63646" y1="52593" x2="63646" y2="52593"/>
                          <a14:foregroundMark x1="63594" y1="50741" x2="63594" y2="50741"/>
                          <a14:foregroundMark x1="63750" y1="52870" x2="63750" y2="52870"/>
                          <a14:foregroundMark x1="63906" y1="52778" x2="63906" y2="52778"/>
                          <a14:foregroundMark x1="63854" y1="51852" x2="63854" y2="51852"/>
                          <a14:foregroundMark x1="63646" y1="50278" x2="63646" y2="50278"/>
                          <a14:foregroundMark x1="63385" y1="48611" x2="63385" y2="48611"/>
                          <a14:foregroundMark x1="63542" y1="35278" x2="63542" y2="35278"/>
                          <a14:foregroundMark x1="63490" y1="32778" x2="63490" y2="32778"/>
                          <a14:foregroundMark x1="63490" y1="29537" x2="63490" y2="29537"/>
                          <a14:foregroundMark x1="63490" y1="27963" x2="63438" y2="29167"/>
                          <a14:foregroundMark x1="63281" y1="26389" x2="63333" y2="26759"/>
                          <a14:backgroundMark x1="57188" y1="20000" x2="57865" y2="20370"/>
                          <a14:backgroundMark x1="60938" y1="20556" x2="62083" y2="20648"/>
                          <a14:backgroundMark x1="57396" y1="20463" x2="57969" y2="19722"/>
                          <a14:backgroundMark x1="57396" y1="21204" x2="57396" y2="21204"/>
                          <a14:backgroundMark x1="57240" y1="21759" x2="57240" y2="21759"/>
                          <a14:backgroundMark x1="57083" y1="22315" x2="57083" y2="22315"/>
                          <a14:backgroundMark x1="56875" y1="22963" x2="56875" y2="22963"/>
                          <a14:backgroundMark x1="62500" y1="20556" x2="62500" y2="20556"/>
                          <a14:backgroundMark x1="58490" y1="20000" x2="58542" y2="20000"/>
                          <a14:backgroundMark x1="58698" y1="20093" x2="59844" y2="20093"/>
                          <a14:backgroundMark x1="63854" y1="22407" x2="64375" y2="23241"/>
                          <a14:backgroundMark x1="64286" y1="26345" x2="64323" y2="27037"/>
                          <a14:backgroundMark x1="64219" y1="25093" x2="64265" y2="25960"/>
                          <a14:backgroundMark x1="64167" y1="29167" x2="64271" y2="30926"/>
                          <a14:backgroundMark x1="64291" y1="32778" x2="64323" y2="34352"/>
                          <a14:backgroundMark x1="64271" y1="31759" x2="64291" y2="32778"/>
                          <a14:backgroundMark x1="64271" y1="35463" x2="64323" y2="40185"/>
                          <a14:backgroundMark x1="64373" y1="48611" x2="64427" y2="50093"/>
                          <a14:backgroundMark x1="64271" y1="45833" x2="64373" y2="48611"/>
                          <a14:backgroundMark x1="63854" y1="40463" x2="64063" y2="45000"/>
                        </a14:backgroundRemoval>
                      </a14:imgEffect>
                    </a14:imgLayer>
                  </a14:imgProps>
                </a:ext>
              </a:extLst>
            </a:blip>
            <a:srcRect l="54941" t="14073" r="33156" b="40896"/>
            <a:stretch/>
          </p:blipFill>
          <p:spPr>
            <a:xfrm>
              <a:off x="8925067" y="1001342"/>
              <a:ext cx="1451186" cy="3088205"/>
            </a:xfrm>
            <a:prstGeom prst="rect">
              <a:avLst/>
            </a:prstGeom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04D5BD3-75BB-4DC1-A8CA-D01EB1196299}"/>
                </a:ext>
              </a:extLst>
            </p:cNvPr>
            <p:cNvGrpSpPr/>
            <p:nvPr/>
          </p:nvGrpSpPr>
          <p:grpSpPr>
            <a:xfrm>
              <a:off x="4553814" y="1037056"/>
              <a:ext cx="6432480" cy="2583922"/>
              <a:chOff x="5214410" y="1543270"/>
              <a:chExt cx="6432480" cy="2583922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89698929-77A0-41ED-933B-935A13236830}"/>
                  </a:ext>
                </a:extLst>
              </p:cNvPr>
              <p:cNvGrpSpPr/>
              <p:nvPr/>
            </p:nvGrpSpPr>
            <p:grpSpPr>
              <a:xfrm>
                <a:off x="5214410" y="1593257"/>
                <a:ext cx="6432480" cy="2533935"/>
                <a:chOff x="5509824" y="1413909"/>
                <a:chExt cx="4620046" cy="2533935"/>
              </a:xfrm>
              <a:noFill/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44D493F-F085-49E8-B4B6-F0DF8372FB7C}"/>
                    </a:ext>
                  </a:extLst>
                </p:cNvPr>
                <p:cNvSpPr txBox="1"/>
                <p:nvPr/>
              </p:nvSpPr>
              <p:spPr>
                <a:xfrm>
                  <a:off x="5509824" y="1413909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 dirty="0" err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Môn</a:t>
                  </a:r>
                  <a:endParaRPr lang="en-US" sz="9600" b="1">
                    <a:ln w="38100">
                      <a:noFill/>
                    </a:ln>
                    <a:solidFill>
                      <a:srgbClr val="FBECC6"/>
                    </a:solidFill>
                    <a:latin typeface="Paytone One" panose="00000500000000000000" pitchFamily="2" charset="-93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EC190C9-DA98-4EA1-A61A-41BCBD80AFD7}"/>
                    </a:ext>
                  </a:extLst>
                </p:cNvPr>
                <p:cNvSpPr txBox="1"/>
                <p:nvPr/>
              </p:nvSpPr>
              <p:spPr>
                <a:xfrm>
                  <a:off x="5689153" y="2378184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D758F63-E900-4513-8A5F-ED8F646CBD59}"/>
                  </a:ext>
                </a:extLst>
              </p:cNvPr>
              <p:cNvGrpSpPr/>
              <p:nvPr/>
            </p:nvGrpSpPr>
            <p:grpSpPr>
              <a:xfrm>
                <a:off x="6049232" y="1543270"/>
                <a:ext cx="4683488" cy="2531509"/>
                <a:chOff x="6585445" y="2133366"/>
                <a:chExt cx="4683488" cy="2531509"/>
              </a:xfrm>
              <a:noFill/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22C8774-54A7-480A-AE21-C867A81A4F5A}"/>
                    </a:ext>
                  </a:extLst>
                </p:cNvPr>
                <p:cNvSpPr txBox="1"/>
                <p:nvPr/>
              </p:nvSpPr>
              <p:spPr>
                <a:xfrm>
                  <a:off x="6585445" y="2133366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7882619-089C-4F95-8608-750D5929AA13}"/>
                    </a:ext>
                  </a:extLst>
                </p:cNvPr>
                <p:cNvSpPr txBox="1"/>
                <p:nvPr/>
              </p:nvSpPr>
              <p:spPr>
                <a:xfrm>
                  <a:off x="6828216" y="3095215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EE6B4DB-C09F-42C2-BA04-44D2096A9454}"/>
                </a:ext>
              </a:extLst>
            </p:cNvPr>
            <p:cNvSpPr/>
            <p:nvPr/>
          </p:nvSpPr>
          <p:spPr>
            <a:xfrm>
              <a:off x="8728228" y="951594"/>
              <a:ext cx="830746" cy="708127"/>
            </a:xfrm>
            <a:custGeom>
              <a:avLst/>
              <a:gdLst>
                <a:gd name="connsiteX0" fmla="*/ 0 w 845574"/>
                <a:gd name="connsiteY0" fmla="*/ 572859 h 572859"/>
                <a:gd name="connsiteX1" fmla="*/ 186813 w 845574"/>
                <a:gd name="connsiteY1" fmla="*/ 71414 h 572859"/>
                <a:gd name="connsiteX2" fmla="*/ 344129 w 845574"/>
                <a:gd name="connsiteY2" fmla="*/ 2588 h 572859"/>
                <a:gd name="connsiteX3" fmla="*/ 629265 w 845574"/>
                <a:gd name="connsiteY3" fmla="*/ 61582 h 572859"/>
                <a:gd name="connsiteX4" fmla="*/ 786581 w 845574"/>
                <a:gd name="connsiteY4" fmla="*/ 336885 h 572859"/>
                <a:gd name="connsiteX5" fmla="*/ 845574 w 845574"/>
                <a:gd name="connsiteY5" fmla="*/ 435207 h 572859"/>
                <a:gd name="connsiteX0" fmla="*/ 0 w 845574"/>
                <a:gd name="connsiteY0" fmla="*/ 698107 h 698107"/>
                <a:gd name="connsiteX1" fmla="*/ 186813 w 845574"/>
                <a:gd name="connsiteY1" fmla="*/ 196662 h 698107"/>
                <a:gd name="connsiteX2" fmla="*/ 353961 w 845574"/>
                <a:gd name="connsiteY2" fmla="*/ 17 h 698107"/>
                <a:gd name="connsiteX3" fmla="*/ 629265 w 845574"/>
                <a:gd name="connsiteY3" fmla="*/ 186830 h 698107"/>
                <a:gd name="connsiteX4" fmla="*/ 786581 w 845574"/>
                <a:gd name="connsiteY4" fmla="*/ 462133 h 698107"/>
                <a:gd name="connsiteX5" fmla="*/ 845574 w 845574"/>
                <a:gd name="connsiteY5" fmla="*/ 560455 h 698107"/>
                <a:gd name="connsiteX0" fmla="*/ 0 w 845574"/>
                <a:gd name="connsiteY0" fmla="*/ 629301 h 629301"/>
                <a:gd name="connsiteX1" fmla="*/ 186813 w 845574"/>
                <a:gd name="connsiteY1" fmla="*/ 127856 h 629301"/>
                <a:gd name="connsiteX2" fmla="*/ 344129 w 845574"/>
                <a:gd name="connsiteY2" fmla="*/ 37 h 629301"/>
                <a:gd name="connsiteX3" fmla="*/ 629265 w 845574"/>
                <a:gd name="connsiteY3" fmla="*/ 118024 h 629301"/>
                <a:gd name="connsiteX4" fmla="*/ 786581 w 845574"/>
                <a:gd name="connsiteY4" fmla="*/ 393327 h 629301"/>
                <a:gd name="connsiteX5" fmla="*/ 845574 w 845574"/>
                <a:gd name="connsiteY5" fmla="*/ 491649 h 629301"/>
                <a:gd name="connsiteX0" fmla="*/ 0 w 845574"/>
                <a:gd name="connsiteY0" fmla="*/ 630130 h 630130"/>
                <a:gd name="connsiteX1" fmla="*/ 186813 w 845574"/>
                <a:gd name="connsiteY1" fmla="*/ 128685 h 630130"/>
                <a:gd name="connsiteX2" fmla="*/ 344129 w 845574"/>
                <a:gd name="connsiteY2" fmla="*/ 866 h 630130"/>
                <a:gd name="connsiteX3" fmla="*/ 609601 w 845574"/>
                <a:gd name="connsiteY3" fmla="*/ 168014 h 630130"/>
                <a:gd name="connsiteX4" fmla="*/ 786581 w 845574"/>
                <a:gd name="connsiteY4" fmla="*/ 394156 h 630130"/>
                <a:gd name="connsiteX5" fmla="*/ 845574 w 845574"/>
                <a:gd name="connsiteY5" fmla="*/ 492478 h 630130"/>
                <a:gd name="connsiteX0" fmla="*/ 0 w 845574"/>
                <a:gd name="connsiteY0" fmla="*/ 630933 h 630933"/>
                <a:gd name="connsiteX1" fmla="*/ 186813 w 845574"/>
                <a:gd name="connsiteY1" fmla="*/ 129488 h 630933"/>
                <a:gd name="connsiteX2" fmla="*/ 344129 w 845574"/>
                <a:gd name="connsiteY2" fmla="*/ 1669 h 630933"/>
                <a:gd name="connsiteX3" fmla="*/ 688259 w 845574"/>
                <a:gd name="connsiteY3" fmla="*/ 80326 h 630933"/>
                <a:gd name="connsiteX4" fmla="*/ 786581 w 845574"/>
                <a:gd name="connsiteY4" fmla="*/ 394959 h 630933"/>
                <a:gd name="connsiteX5" fmla="*/ 845574 w 845574"/>
                <a:gd name="connsiteY5" fmla="*/ 493281 h 630933"/>
                <a:gd name="connsiteX0" fmla="*/ 0 w 845574"/>
                <a:gd name="connsiteY0" fmla="*/ 708460 h 708460"/>
                <a:gd name="connsiteX1" fmla="*/ 186813 w 845574"/>
                <a:gd name="connsiteY1" fmla="*/ 207015 h 708460"/>
                <a:gd name="connsiteX2" fmla="*/ 344129 w 845574"/>
                <a:gd name="connsiteY2" fmla="*/ 538 h 708460"/>
                <a:gd name="connsiteX3" fmla="*/ 688259 w 845574"/>
                <a:gd name="connsiteY3" fmla="*/ 157853 h 708460"/>
                <a:gd name="connsiteX4" fmla="*/ 786581 w 845574"/>
                <a:gd name="connsiteY4" fmla="*/ 472486 h 708460"/>
                <a:gd name="connsiteX5" fmla="*/ 845574 w 845574"/>
                <a:gd name="connsiteY5" fmla="*/ 570808 h 708460"/>
                <a:gd name="connsiteX0" fmla="*/ 0 w 845574"/>
                <a:gd name="connsiteY0" fmla="*/ 708129 h 708129"/>
                <a:gd name="connsiteX1" fmla="*/ 127820 w 845574"/>
                <a:gd name="connsiteY1" fmla="*/ 187019 h 708129"/>
                <a:gd name="connsiteX2" fmla="*/ 344129 w 845574"/>
                <a:gd name="connsiteY2" fmla="*/ 207 h 708129"/>
                <a:gd name="connsiteX3" fmla="*/ 688259 w 845574"/>
                <a:gd name="connsiteY3" fmla="*/ 157522 h 708129"/>
                <a:gd name="connsiteX4" fmla="*/ 786581 w 845574"/>
                <a:gd name="connsiteY4" fmla="*/ 472155 h 708129"/>
                <a:gd name="connsiteX5" fmla="*/ 845574 w 845574"/>
                <a:gd name="connsiteY5" fmla="*/ 570477 h 708129"/>
                <a:gd name="connsiteX0" fmla="*/ 0 w 845574"/>
                <a:gd name="connsiteY0" fmla="*/ 708287 h 708287"/>
                <a:gd name="connsiteX1" fmla="*/ 127820 w 845574"/>
                <a:gd name="connsiteY1" fmla="*/ 187177 h 708287"/>
                <a:gd name="connsiteX2" fmla="*/ 344129 w 845574"/>
                <a:gd name="connsiteY2" fmla="*/ 365 h 708287"/>
                <a:gd name="connsiteX3" fmla="*/ 688259 w 845574"/>
                <a:gd name="connsiteY3" fmla="*/ 157680 h 708287"/>
                <a:gd name="connsiteX4" fmla="*/ 786581 w 845574"/>
                <a:gd name="connsiteY4" fmla="*/ 472313 h 708287"/>
                <a:gd name="connsiteX5" fmla="*/ 845574 w 845574"/>
                <a:gd name="connsiteY5" fmla="*/ 570635 h 708287"/>
                <a:gd name="connsiteX0" fmla="*/ 0 w 830746"/>
                <a:gd name="connsiteY0" fmla="*/ 708287 h 708287"/>
                <a:gd name="connsiteX1" fmla="*/ 127820 w 830746"/>
                <a:gd name="connsiteY1" fmla="*/ 187177 h 708287"/>
                <a:gd name="connsiteX2" fmla="*/ 344129 w 830746"/>
                <a:gd name="connsiteY2" fmla="*/ 365 h 708287"/>
                <a:gd name="connsiteX3" fmla="*/ 688259 w 830746"/>
                <a:gd name="connsiteY3" fmla="*/ 157680 h 708287"/>
                <a:gd name="connsiteX4" fmla="*/ 786581 w 830746"/>
                <a:gd name="connsiteY4" fmla="*/ 472313 h 708287"/>
                <a:gd name="connsiteX5" fmla="*/ 830746 w 830746"/>
                <a:gd name="connsiteY5" fmla="*/ 575578 h 70828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0746" h="708127">
                  <a:moveTo>
                    <a:pt x="0" y="708127"/>
                  </a:moveTo>
                  <a:cubicBezTo>
                    <a:pt x="64729" y="504927"/>
                    <a:pt x="70465" y="305004"/>
                    <a:pt x="127820" y="187017"/>
                  </a:cubicBezTo>
                  <a:cubicBezTo>
                    <a:pt x="185175" y="69030"/>
                    <a:pt x="250723" y="5121"/>
                    <a:pt x="344129" y="205"/>
                  </a:cubicBezTo>
                  <a:cubicBezTo>
                    <a:pt x="437535" y="-4711"/>
                    <a:pt x="611634" y="79686"/>
                    <a:pt x="688259" y="157520"/>
                  </a:cubicBezTo>
                  <a:cubicBezTo>
                    <a:pt x="764884" y="235354"/>
                    <a:pt x="787600" y="387640"/>
                    <a:pt x="803880" y="467210"/>
                  </a:cubicBezTo>
                  <a:cubicBezTo>
                    <a:pt x="825103" y="541837"/>
                    <a:pt x="824191" y="557392"/>
                    <a:pt x="830746" y="575418"/>
                  </a:cubicBezTo>
                </a:path>
              </a:pathLst>
            </a:custGeom>
            <a:noFill/>
            <a:ln w="28575">
              <a:solidFill>
                <a:srgbClr val="4B24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9CBA246-9836-46F7-8EC3-EA882E1AEF58}"/>
              </a:ext>
            </a:extLst>
          </p:cNvPr>
          <p:cNvGrpSpPr/>
          <p:nvPr/>
        </p:nvGrpSpPr>
        <p:grpSpPr>
          <a:xfrm>
            <a:off x="5611394" y="11299497"/>
            <a:ext cx="3765999" cy="1173524"/>
            <a:chOff x="5611394" y="4359431"/>
            <a:chExt cx="3765999" cy="1173524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E909754-2645-4B7C-AD96-F2BA2E89EDE3}"/>
                </a:ext>
              </a:extLst>
            </p:cNvPr>
            <p:cNvGrpSpPr/>
            <p:nvPr/>
          </p:nvGrpSpPr>
          <p:grpSpPr>
            <a:xfrm>
              <a:off x="5611394" y="4359431"/>
              <a:ext cx="3765999" cy="1173524"/>
              <a:chOff x="5474780" y="4047470"/>
              <a:chExt cx="3765999" cy="1173524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7B555AB0-F80B-4253-9761-8D3200571DA3}"/>
                  </a:ext>
                </a:extLst>
              </p:cNvPr>
              <p:cNvSpPr/>
              <p:nvPr/>
            </p:nvSpPr>
            <p:spPr>
              <a:xfrm>
                <a:off x="6121402" y="4194534"/>
                <a:ext cx="3119377" cy="904532"/>
              </a:xfrm>
              <a:prstGeom prst="roundRect">
                <a:avLst>
                  <a:gd name="adj" fmla="val 37798"/>
                </a:avLst>
              </a:prstGeom>
              <a:gradFill>
                <a:gsLst>
                  <a:gs pos="0">
                    <a:srgbClr val="28C9FE"/>
                  </a:gs>
                  <a:gs pos="100000">
                    <a:srgbClr val="008CF8"/>
                  </a:gs>
                </a:gsLst>
                <a:lin ang="5400000" scaled="1"/>
              </a:gradFill>
              <a:ln w="28575">
                <a:solidFill>
                  <a:srgbClr val="008E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90046F1E-9220-4A92-A569-DC35525206D6}"/>
                  </a:ext>
                </a:extLst>
              </p:cNvPr>
              <p:cNvSpPr/>
              <p:nvPr/>
            </p:nvSpPr>
            <p:spPr>
              <a:xfrm>
                <a:off x="5502459" y="4071812"/>
                <a:ext cx="1146250" cy="1117433"/>
              </a:xfrm>
              <a:prstGeom prst="roundRect">
                <a:avLst>
                  <a:gd name="adj" fmla="val 19882"/>
                </a:avLst>
              </a:prstGeom>
              <a:blipFill dpi="0"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1290" b="-1290"/>
                </a:stretch>
              </a:blipFill>
              <a:ln w="76200">
                <a:solidFill>
                  <a:srgbClr val="6F441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17E11F97-B554-4265-88B6-3F294BC42D70}"/>
                  </a:ext>
                </a:extLst>
              </p:cNvPr>
              <p:cNvSpPr/>
              <p:nvPr/>
            </p:nvSpPr>
            <p:spPr>
              <a:xfrm>
                <a:off x="5614667" y="4073497"/>
                <a:ext cx="45719" cy="45719"/>
              </a:xfrm>
              <a:prstGeom prst="ellipse">
                <a:avLst/>
              </a:prstGeom>
              <a:solidFill>
                <a:srgbClr val="CC3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E56DE21-8E8E-4009-8754-AF91EA02D819}"/>
                  </a:ext>
                </a:extLst>
              </p:cNvPr>
              <p:cNvSpPr/>
              <p:nvPr/>
            </p:nvSpPr>
            <p:spPr>
              <a:xfrm>
                <a:off x="5756326" y="4047471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E551583-1F53-4D67-B543-E37989799002}"/>
                  </a:ext>
                </a:extLst>
              </p:cNvPr>
              <p:cNvSpPr/>
              <p:nvPr/>
            </p:nvSpPr>
            <p:spPr>
              <a:xfrm>
                <a:off x="5898151" y="4062336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65F3FEC-8C91-46B5-85E5-629C1C475038}"/>
                  </a:ext>
                </a:extLst>
              </p:cNvPr>
              <p:cNvSpPr/>
              <p:nvPr/>
            </p:nvSpPr>
            <p:spPr>
              <a:xfrm>
                <a:off x="6033052" y="4047470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C19B0A30-E9AC-4B02-85C5-0A00293BAA2E}"/>
                  </a:ext>
                </a:extLst>
              </p:cNvPr>
              <p:cNvSpPr/>
              <p:nvPr/>
            </p:nvSpPr>
            <p:spPr>
              <a:xfrm>
                <a:off x="6146534" y="4062335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10C1828-CE35-4300-833A-82F7ABE03B1C}"/>
                  </a:ext>
                </a:extLst>
              </p:cNvPr>
              <p:cNvSpPr/>
              <p:nvPr/>
            </p:nvSpPr>
            <p:spPr>
              <a:xfrm>
                <a:off x="6260945" y="4048674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40C99E0-BD9A-4FAC-9595-CCBD18F9E4E2}"/>
                  </a:ext>
                </a:extLst>
              </p:cNvPr>
              <p:cNvSpPr/>
              <p:nvPr/>
            </p:nvSpPr>
            <p:spPr>
              <a:xfrm>
                <a:off x="6410405" y="4058636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4BBC254-DE38-447C-AB46-18A8B227435A}"/>
                  </a:ext>
                </a:extLst>
              </p:cNvPr>
              <p:cNvSpPr/>
              <p:nvPr/>
            </p:nvSpPr>
            <p:spPr>
              <a:xfrm>
                <a:off x="6532297" y="4090534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E3900CB-617B-43DD-B8BD-137DED4266C7}"/>
                  </a:ext>
                </a:extLst>
              </p:cNvPr>
              <p:cNvSpPr/>
              <p:nvPr/>
            </p:nvSpPr>
            <p:spPr>
              <a:xfrm>
                <a:off x="6601011" y="4174229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464D139-6842-4C95-B12F-63CA3C1F6031}"/>
                  </a:ext>
                </a:extLst>
              </p:cNvPr>
              <p:cNvSpPr/>
              <p:nvPr/>
            </p:nvSpPr>
            <p:spPr>
              <a:xfrm>
                <a:off x="6633678" y="4296312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0A67914E-D864-4B2B-BBFD-FD7B5A9A813F}"/>
                  </a:ext>
                </a:extLst>
              </p:cNvPr>
              <p:cNvSpPr/>
              <p:nvPr/>
            </p:nvSpPr>
            <p:spPr>
              <a:xfrm>
                <a:off x="6623870" y="4399506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ADFBD15-9627-4733-84DD-6A841C84B94C}"/>
                  </a:ext>
                </a:extLst>
              </p:cNvPr>
              <p:cNvSpPr/>
              <p:nvPr/>
            </p:nvSpPr>
            <p:spPr>
              <a:xfrm>
                <a:off x="6626601" y="4521589"/>
                <a:ext cx="45719" cy="45719"/>
              </a:xfrm>
              <a:prstGeom prst="ellipse">
                <a:avLst/>
              </a:prstGeom>
              <a:solidFill>
                <a:srgbClr val="CC3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140A6D7B-87E9-4F48-9A32-3E3D796DD64F}"/>
                  </a:ext>
                </a:extLst>
              </p:cNvPr>
              <p:cNvSpPr/>
              <p:nvPr/>
            </p:nvSpPr>
            <p:spPr>
              <a:xfrm>
                <a:off x="5529622" y="4149352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AB24A55-80B7-4529-BE57-D9878E4FAE98}"/>
                  </a:ext>
                </a:extLst>
              </p:cNvPr>
              <p:cNvSpPr/>
              <p:nvPr/>
            </p:nvSpPr>
            <p:spPr>
              <a:xfrm>
                <a:off x="5481579" y="4347324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688B7E34-C55B-4B78-B71B-D1336C28C974}"/>
                  </a:ext>
                </a:extLst>
              </p:cNvPr>
              <p:cNvSpPr/>
              <p:nvPr/>
            </p:nvSpPr>
            <p:spPr>
              <a:xfrm>
                <a:off x="5481579" y="4468026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D8CA030C-2AAB-49CE-9049-169ABB9B1A84}"/>
                  </a:ext>
                </a:extLst>
              </p:cNvPr>
              <p:cNvSpPr/>
              <p:nvPr/>
            </p:nvSpPr>
            <p:spPr>
              <a:xfrm>
                <a:off x="5477152" y="4236066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B3E711F6-9B89-4073-9AD2-712058FCF52A}"/>
                  </a:ext>
                </a:extLst>
              </p:cNvPr>
              <p:cNvSpPr/>
              <p:nvPr/>
            </p:nvSpPr>
            <p:spPr>
              <a:xfrm>
                <a:off x="5474780" y="4597145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4F630601-D1AB-40D6-98F5-B8710C175C98}"/>
                  </a:ext>
                </a:extLst>
              </p:cNvPr>
              <p:cNvSpPr/>
              <p:nvPr/>
            </p:nvSpPr>
            <p:spPr>
              <a:xfrm>
                <a:off x="6552453" y="5118896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01080669-7558-4D28-B0EC-68275E431456}"/>
                  </a:ext>
                </a:extLst>
              </p:cNvPr>
              <p:cNvSpPr/>
              <p:nvPr/>
            </p:nvSpPr>
            <p:spPr>
              <a:xfrm>
                <a:off x="6623067" y="4642806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419C8DA-59C5-4885-AD1F-FEF1A5677005}"/>
                  </a:ext>
                </a:extLst>
              </p:cNvPr>
              <p:cNvSpPr/>
              <p:nvPr/>
            </p:nvSpPr>
            <p:spPr>
              <a:xfrm>
                <a:off x="5482176" y="4719241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3624A3E-C783-4342-BD3C-6A516BE7BEAB}"/>
                  </a:ext>
                </a:extLst>
              </p:cNvPr>
              <p:cNvSpPr/>
              <p:nvPr/>
            </p:nvSpPr>
            <p:spPr>
              <a:xfrm>
                <a:off x="6633678" y="4770937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F0E11BD0-6C6A-4B3A-B575-BED655377800}"/>
                  </a:ext>
                </a:extLst>
              </p:cNvPr>
              <p:cNvSpPr/>
              <p:nvPr/>
            </p:nvSpPr>
            <p:spPr>
              <a:xfrm>
                <a:off x="5474780" y="4835788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802F2EAE-835D-4174-8E89-0C97FC4D901B}"/>
                  </a:ext>
                </a:extLst>
              </p:cNvPr>
              <p:cNvSpPr/>
              <p:nvPr/>
            </p:nvSpPr>
            <p:spPr>
              <a:xfrm>
                <a:off x="5481579" y="4956376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361FB92-495B-48F8-BBD1-A5733388A7AF}"/>
                  </a:ext>
                </a:extLst>
              </p:cNvPr>
              <p:cNvSpPr/>
              <p:nvPr/>
            </p:nvSpPr>
            <p:spPr>
              <a:xfrm>
                <a:off x="6633677" y="4886767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B139772-AA9A-4FF4-98F4-0B74EC7CC842}"/>
                  </a:ext>
                </a:extLst>
              </p:cNvPr>
              <p:cNvSpPr/>
              <p:nvPr/>
            </p:nvSpPr>
            <p:spPr>
              <a:xfrm>
                <a:off x="5533124" y="5087101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879105A1-DB5C-4CB5-94B9-EAA2EAD49E30}"/>
                  </a:ext>
                </a:extLst>
              </p:cNvPr>
              <p:cNvSpPr/>
              <p:nvPr/>
            </p:nvSpPr>
            <p:spPr>
              <a:xfrm>
                <a:off x="6611344" y="5003800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9DB8601F-4184-4B83-9C75-45AD12D9615F}"/>
                  </a:ext>
                </a:extLst>
              </p:cNvPr>
              <p:cNvSpPr/>
              <p:nvPr/>
            </p:nvSpPr>
            <p:spPr>
              <a:xfrm>
                <a:off x="5794849" y="5175275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DB879A50-6F41-4140-9269-F527C61C6998}"/>
                  </a:ext>
                </a:extLst>
              </p:cNvPr>
              <p:cNvSpPr/>
              <p:nvPr/>
            </p:nvSpPr>
            <p:spPr>
              <a:xfrm>
                <a:off x="5648019" y="5161307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4C158468-EFE7-4AFF-8C03-4C32B32AB4F9}"/>
                  </a:ext>
                </a:extLst>
              </p:cNvPr>
              <p:cNvSpPr/>
              <p:nvPr/>
            </p:nvSpPr>
            <p:spPr>
              <a:xfrm>
                <a:off x="5950136" y="5170831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9115DA90-49DF-41EB-855A-8BCE13216F77}"/>
                  </a:ext>
                </a:extLst>
              </p:cNvPr>
              <p:cNvSpPr/>
              <p:nvPr/>
            </p:nvSpPr>
            <p:spPr>
              <a:xfrm>
                <a:off x="6125992" y="5170830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1D6E59B4-5E38-494E-805A-942CB035C620}"/>
                  </a:ext>
                </a:extLst>
              </p:cNvPr>
              <p:cNvSpPr/>
              <p:nvPr/>
            </p:nvSpPr>
            <p:spPr>
              <a:xfrm>
                <a:off x="6258420" y="5157178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EE5045CE-35C1-4355-84A0-ABD44B180C6D}"/>
                  </a:ext>
                </a:extLst>
              </p:cNvPr>
              <p:cNvSpPr/>
              <p:nvPr/>
            </p:nvSpPr>
            <p:spPr>
              <a:xfrm>
                <a:off x="6424120" y="5163831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8BB53CB-E82A-4E13-9E2B-905F209A5E65}"/>
                </a:ext>
              </a:extLst>
            </p:cNvPr>
            <p:cNvSpPr txBox="1"/>
            <p:nvPr/>
          </p:nvSpPr>
          <p:spPr>
            <a:xfrm>
              <a:off x="7143554" y="4671744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55A6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0055A6"/>
                </a:solidFill>
                <a:latin typeface="Lobster" panose="020F0502020204030204" pitchFamily="2" charset="-93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D7E650E-705C-4EDD-9980-70B9C1A8599E}"/>
                </a:ext>
              </a:extLst>
            </p:cNvPr>
            <p:cNvSpPr txBox="1"/>
            <p:nvPr/>
          </p:nvSpPr>
          <p:spPr>
            <a:xfrm>
              <a:off x="7107906" y="4635595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FFFF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FFFFFF"/>
                </a:solidFill>
                <a:latin typeface="Lobster" panose="020F0502020204030204" pitchFamily="2" charset="-9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71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AEF0"/>
            </a:gs>
            <a:gs pos="100000">
              <a:srgbClr val="E0EE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722EE5-9D31-451B-9512-6F794AF8DCF0}"/>
              </a:ext>
            </a:extLst>
          </p:cNvPr>
          <p:cNvSpPr/>
          <p:nvPr/>
        </p:nvSpPr>
        <p:spPr>
          <a:xfrm>
            <a:off x="-25401" y="4801448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E155252-DB8A-49A8-82B4-55153A8A62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667" b="79352" l="6302" r="23698">
                        <a14:foregroundMark x1="8698" y1="52500" x2="8698" y2="52500"/>
                        <a14:foregroundMark x1="11823" y1="46667" x2="11823" y2="46667"/>
                        <a14:foregroundMark x1="11563" y1="46852" x2="12188" y2="49444"/>
                        <a14:foregroundMark x1="13906" y1="50741" x2="13906" y2="50741"/>
                        <a14:foregroundMark x1="15104" y1="49074" x2="15313" y2="49352"/>
                        <a14:foregroundMark x1="15104" y1="50185" x2="15104" y2="50185"/>
                        <a14:foregroundMark x1="14896" y1="50463" x2="14896" y2="50463"/>
                        <a14:foregroundMark x1="14740" y1="50556" x2="14740" y2="50556"/>
                        <a14:foregroundMark x1="18021" y1="51389" x2="18021" y2="51389"/>
                        <a14:foregroundMark x1="21198" y1="56204" x2="21198" y2="56204"/>
                        <a14:foregroundMark x1="13021" y1="47685" x2="13021" y2="47685"/>
                        <a14:foregroundMark x1="6823" y1="57963" x2="7396" y2="59074"/>
                        <a14:foregroundMark x1="7240" y1="57222" x2="7240" y2="57222"/>
                        <a14:foregroundMark x1="11406" y1="65741" x2="11406" y2="65741"/>
                        <a14:foregroundMark x1="10469" y1="65185" x2="10469" y2="65185"/>
                        <a14:foregroundMark x1="10469" y1="65648" x2="10469" y2="65648"/>
                        <a14:foregroundMark x1="22396" y1="60463" x2="22604" y2="61296"/>
                        <a14:foregroundMark x1="22865" y1="60093" x2="22969" y2="61574"/>
                        <a14:foregroundMark x1="23333" y1="57778" x2="23333" y2="57778"/>
                        <a14:foregroundMark x1="23698" y1="60556" x2="23698" y2="60556"/>
                        <a14:foregroundMark x1="7813" y1="51574" x2="7813" y2="51574"/>
                        <a14:foregroundMark x1="7083" y1="53056" x2="7083" y2="53056"/>
                        <a14:foregroundMark x1="7396" y1="61204" x2="7396" y2="61204"/>
                        <a14:foregroundMark x1="7969" y1="61481" x2="7969" y2="61481"/>
                        <a14:foregroundMark x1="12292" y1="70833" x2="12292" y2="70833"/>
                        <a14:foregroundMark x1="12292" y1="69537" x2="12292" y2="69537"/>
                        <a14:foregroundMark x1="12760" y1="79537" x2="12760" y2="79537"/>
                        <a14:foregroundMark x1="13594" y1="70648" x2="13594" y2="70648"/>
                        <a14:foregroundMark x1="13698" y1="72407" x2="13698" y2="72407"/>
                        <a14:foregroundMark x1="13854" y1="70370" x2="13854" y2="71852"/>
                        <a14:foregroundMark x1="15000" y1="47500" x2="15000" y2="47500"/>
                        <a14:foregroundMark x1="14740" y1="48056" x2="14740" y2="48056"/>
                        <a14:foregroundMark x1="14635" y1="48056" x2="14635" y2="48056"/>
                        <a14:foregroundMark x1="15417" y1="47315" x2="15417" y2="47315"/>
                        <a14:foregroundMark x1="7604" y1="52500" x2="7604" y2="52500"/>
                        <a14:foregroundMark x1="6823" y1="53519" x2="6823" y2="53519"/>
                        <a14:foregroundMark x1="6615" y1="57037" x2="6615" y2="57037"/>
                        <a14:foregroundMark x1="6302" y1="58333" x2="6302" y2="58333"/>
                        <a14:foregroundMark x1="7240" y1="61389" x2="7240" y2="61389"/>
                        <a14:foregroundMark x1="19167" y1="68426" x2="19219" y2="68704"/>
                        <a14:foregroundMark x1="10156" y1="48704" x2="10156" y2="48704"/>
                        <a14:foregroundMark x1="22083" y1="56204" x2="22083" y2="56204"/>
                        <a14:foregroundMark x1="19427" y1="52130" x2="19427" y2="52130"/>
                        <a14:foregroundMark x1="17188" y1="47685" x2="17188" y2="47685"/>
                        <a14:foregroundMark x1="8750" y1="64722" x2="8750" y2="64722"/>
                        <a14:foregroundMark x1="8750" y1="63241" x2="8750" y2="63241"/>
                        <a14:foregroundMark x1="6823" y1="60185" x2="6823" y2="60185"/>
                        <a14:foregroundMark x1="6354" y1="57407" x2="6354" y2="57407"/>
                        <a14:foregroundMark x1="6979" y1="60926" x2="6979" y2="60926"/>
                        <a14:foregroundMark x1="8698" y1="63056" x2="8698" y2="63056"/>
                        <a14:foregroundMark x1="8229" y1="62315" x2="8229" y2="62315"/>
                        <a14:foregroundMark x1="8542" y1="63704" x2="8542" y2="63704"/>
                        <a14:foregroundMark x1="8438" y1="62963" x2="8438" y2="62963"/>
                        <a14:foregroundMark x1="12292" y1="68611" x2="12292" y2="68611"/>
                        <a14:foregroundMark x1="11927" y1="66481" x2="11927" y2="66481"/>
                        <a14:foregroundMark x1="12240" y1="67222" x2="12240" y2="67222"/>
                        <a14:foregroundMark x1="12344" y1="67778" x2="12344" y2="67778"/>
                        <a14:foregroundMark x1="12292" y1="69074" x2="12292" y2="69074"/>
                        <a14:foregroundMark x1="12188" y1="70556" x2="12188" y2="70556"/>
                        <a14:foregroundMark x1="12240" y1="70185" x2="12240" y2="70185"/>
                        <a14:foregroundMark x1="12188" y1="71019" x2="12188" y2="71019"/>
                        <a14:foregroundMark x1="18021" y1="66574" x2="18021" y2="66574"/>
                        <a14:foregroundMark x1="18229" y1="67593" x2="18229" y2="67593"/>
                        <a14:foregroundMark x1="18333" y1="68889" x2="18333" y2="68889"/>
                        <a14:foregroundMark x1="18333" y1="69259" x2="18333" y2="69259"/>
                        <a14:foregroundMark x1="18281" y1="68333" x2="18281" y2="6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2" t="44259" r="75208" b="17222"/>
          <a:stretch/>
        </p:blipFill>
        <p:spPr>
          <a:xfrm>
            <a:off x="734815" y="2374095"/>
            <a:ext cx="2808286" cy="304231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E132B8-DEC7-4E77-928B-C9E21B530130}"/>
              </a:ext>
            </a:extLst>
          </p:cNvPr>
          <p:cNvGrpSpPr/>
          <p:nvPr/>
        </p:nvGrpSpPr>
        <p:grpSpPr>
          <a:xfrm>
            <a:off x="2252089" y="-717641"/>
            <a:ext cx="2865120" cy="4037658"/>
            <a:chOff x="1815291" y="-39347"/>
            <a:chExt cx="2865120" cy="2654054"/>
          </a:xfrm>
        </p:grpSpPr>
        <p:pic>
          <p:nvPicPr>
            <p:cNvPr id="18" name="Picture 17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71CB5AF6-4363-419C-A8F6-22270450CC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584753"/>
              <a:ext cx="2865120" cy="2029954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C30715-E3D2-4C71-9594-6528232B86B2}"/>
                </a:ext>
              </a:extLst>
            </p:cNvPr>
            <p:cNvCxnSpPr>
              <a:cxnSpLocks/>
            </p:cNvCxnSpPr>
            <p:nvPr/>
          </p:nvCxnSpPr>
          <p:spPr>
            <a:xfrm>
              <a:off x="3468461" y="-39347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0999EA-82B2-46DC-B271-0B58B247EAFF}"/>
              </a:ext>
            </a:extLst>
          </p:cNvPr>
          <p:cNvGrpSpPr/>
          <p:nvPr/>
        </p:nvGrpSpPr>
        <p:grpSpPr>
          <a:xfrm>
            <a:off x="3006477" y="-437512"/>
            <a:ext cx="2865120" cy="3086952"/>
            <a:chOff x="1815291" y="342048"/>
            <a:chExt cx="2865120" cy="3086952"/>
          </a:xfrm>
        </p:grpSpPr>
        <p:pic>
          <p:nvPicPr>
            <p:cNvPr id="11" name="Picture 10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5E1DAA89-6A10-4F37-8DB1-26B31CF2E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371140"/>
              <a:ext cx="2865120" cy="305786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568A72-CF17-405E-9A4D-DFB75CE8560D}"/>
                </a:ext>
              </a:extLst>
            </p:cNvPr>
            <p:cNvCxnSpPr>
              <a:cxnSpLocks/>
            </p:cNvCxnSpPr>
            <p:nvPr/>
          </p:nvCxnSpPr>
          <p:spPr>
            <a:xfrm>
              <a:off x="3464789" y="342048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D19F815-8335-49F7-B86A-B77BAA5CF2E4}"/>
              </a:ext>
            </a:extLst>
          </p:cNvPr>
          <p:cNvSpPr/>
          <p:nvPr/>
        </p:nvSpPr>
        <p:spPr>
          <a:xfrm>
            <a:off x="7011613" y="2347415"/>
            <a:ext cx="5353259" cy="3448795"/>
          </a:xfrm>
          <a:custGeom>
            <a:avLst/>
            <a:gdLst>
              <a:gd name="connsiteX0" fmla="*/ 4272761 w 5170887"/>
              <a:gd name="connsiteY0" fmla="*/ 40 h 3903962"/>
              <a:gd name="connsiteX1" fmla="*/ 5136404 w 5170887"/>
              <a:gd name="connsiteY1" fmla="*/ 89666 h 3903962"/>
              <a:gd name="connsiteX2" fmla="*/ 5170887 w 5170887"/>
              <a:gd name="connsiteY2" fmla="*/ 98715 h 3903962"/>
              <a:gd name="connsiteX3" fmla="*/ 5170887 w 5170887"/>
              <a:gd name="connsiteY3" fmla="*/ 2845179 h 3903962"/>
              <a:gd name="connsiteX4" fmla="*/ 84204 w 5170887"/>
              <a:gd name="connsiteY4" fmla="*/ 3903962 h 3903962"/>
              <a:gd name="connsiteX5" fmla="*/ 69163 w 5170887"/>
              <a:gd name="connsiteY5" fmla="*/ 3851642 h 3903962"/>
              <a:gd name="connsiteX6" fmla="*/ 38184 w 5170887"/>
              <a:gd name="connsiteY6" fmla="*/ 3708063 h 3903962"/>
              <a:gd name="connsiteX7" fmla="*/ 3016514 w 5170887"/>
              <a:gd name="connsiteY7" fmla="*/ 135741 h 3903962"/>
              <a:gd name="connsiteX8" fmla="*/ 4272761 w 5170887"/>
              <a:gd name="connsiteY8" fmla="*/ 40 h 390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0887" h="3903962">
                <a:moveTo>
                  <a:pt x="4272761" y="40"/>
                </a:moveTo>
                <a:cubicBezTo>
                  <a:pt x="4574343" y="1242"/>
                  <a:pt x="4864085" y="30120"/>
                  <a:pt x="5136404" y="89666"/>
                </a:cubicBezTo>
                <a:lnTo>
                  <a:pt x="5170887" y="98715"/>
                </a:lnTo>
                <a:lnTo>
                  <a:pt x="5170887" y="2845179"/>
                </a:lnTo>
                <a:lnTo>
                  <a:pt x="84204" y="3903962"/>
                </a:lnTo>
                <a:lnTo>
                  <a:pt x="69163" y="3851642"/>
                </a:lnTo>
                <a:cubicBezTo>
                  <a:pt x="57281" y="3804387"/>
                  <a:pt x="46939" y="3756519"/>
                  <a:pt x="38184" y="3708063"/>
                </a:cubicBezTo>
                <a:cubicBezTo>
                  <a:pt x="-241957" y="2157445"/>
                  <a:pt x="1046324" y="545833"/>
                  <a:pt x="3016514" y="135741"/>
                </a:cubicBezTo>
                <a:cubicBezTo>
                  <a:pt x="3447493" y="46034"/>
                  <a:pt x="3870652" y="-1564"/>
                  <a:pt x="4272761" y="4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0712430-454E-44C9-A432-A6A3185747CF}"/>
              </a:ext>
            </a:extLst>
          </p:cNvPr>
          <p:cNvSpPr/>
          <p:nvPr/>
        </p:nvSpPr>
        <p:spPr>
          <a:xfrm>
            <a:off x="6717604" y="5003800"/>
            <a:ext cx="5647268" cy="1854200"/>
          </a:xfrm>
          <a:custGeom>
            <a:avLst/>
            <a:gdLst>
              <a:gd name="connsiteX0" fmla="*/ 3328097 w 5474396"/>
              <a:gd name="connsiteY0" fmla="*/ 0 h 1854200"/>
              <a:gd name="connsiteX1" fmla="*/ 5456938 w 5474396"/>
              <a:gd name="connsiteY1" fmla="*/ 305613 h 1854200"/>
              <a:gd name="connsiteX2" fmla="*/ 5474396 w 5474396"/>
              <a:gd name="connsiteY2" fmla="*/ 312746 h 1854200"/>
              <a:gd name="connsiteX3" fmla="*/ 5474396 w 5474396"/>
              <a:gd name="connsiteY3" fmla="*/ 1854200 h 1854200"/>
              <a:gd name="connsiteX4" fmla="*/ 5385 w 5474396"/>
              <a:gd name="connsiteY4" fmla="*/ 1854200 h 1854200"/>
              <a:gd name="connsiteX5" fmla="*/ 1674 w 5474396"/>
              <a:gd name="connsiteY5" fmla="*/ 1821641 h 1854200"/>
              <a:gd name="connsiteX6" fmla="*/ 697 w 5474396"/>
              <a:gd name="connsiteY6" fmla="*/ 1733550 h 1854200"/>
              <a:gd name="connsiteX7" fmla="*/ 3328097 w 5474396"/>
              <a:gd name="connsiteY7" fmla="*/ 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74396" h="1854200">
                <a:moveTo>
                  <a:pt x="3328097" y="0"/>
                </a:moveTo>
                <a:cubicBezTo>
                  <a:pt x="4132078" y="0"/>
                  <a:pt x="4876754" y="95079"/>
                  <a:pt x="5456938" y="305613"/>
                </a:cubicBezTo>
                <a:lnTo>
                  <a:pt x="5474396" y="312746"/>
                </a:lnTo>
                <a:lnTo>
                  <a:pt x="5474396" y="1854200"/>
                </a:lnTo>
                <a:lnTo>
                  <a:pt x="5385" y="1854200"/>
                </a:lnTo>
                <a:lnTo>
                  <a:pt x="1674" y="1821641"/>
                </a:lnTo>
                <a:cubicBezTo>
                  <a:pt x="-155" y="1792442"/>
                  <a:pt x="-493" y="1763072"/>
                  <a:pt x="697" y="1733550"/>
                </a:cubicBezTo>
                <a:cubicBezTo>
                  <a:pt x="38797" y="788837"/>
                  <a:pt x="1490425" y="0"/>
                  <a:pt x="3328097" y="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5E1415-03DC-4ADE-B5AF-DF0FE14CFBF4}"/>
              </a:ext>
            </a:extLst>
          </p:cNvPr>
          <p:cNvSpPr/>
          <p:nvPr/>
        </p:nvSpPr>
        <p:spPr>
          <a:xfrm>
            <a:off x="3620910" y="4839503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63000">
                <a:srgbClr val="879307"/>
              </a:gs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38ECE14-3D55-4459-A278-4290A96369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>
            <a:off x="9679899" y="2603229"/>
            <a:ext cx="2525749" cy="3220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9EB49A-395A-4664-B853-D6E78B8FA4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352" b="92963" l="14792" r="36250">
                        <a14:foregroundMark x1="26667" y1="49444" x2="26667" y2="49444"/>
                        <a14:foregroundMark x1="15833" y1="65741" x2="15833" y2="65741"/>
                        <a14:foregroundMark x1="14792" y1="66111" x2="14792" y2="66111"/>
                        <a14:foregroundMark x1="27083" y1="90185" x2="27083" y2="90185"/>
                        <a14:foregroundMark x1="27031" y1="92685" x2="27031" y2="92963"/>
                        <a14:backgroundMark x1="19844" y1="52315" x2="17760" y2="56389"/>
                        <a14:backgroundMark x1="20000" y1="56667" x2="20000" y2="56667"/>
                        <a14:backgroundMark x1="19427" y1="51574" x2="22031" y2="52500"/>
                        <a14:backgroundMark x1="20781" y1="53333" x2="21094" y2="54074"/>
                      </a14:backgroundRemoval>
                    </a14:imgEffect>
                  </a14:imgLayer>
                </a14:imgProps>
              </a:ext>
            </a:extLst>
          </a:blip>
          <a:srcRect l="13864" t="44718" r="61250" b="5454"/>
          <a:stretch/>
        </p:blipFill>
        <p:spPr>
          <a:xfrm>
            <a:off x="2535784" y="3203443"/>
            <a:ext cx="3360117" cy="3784307"/>
          </a:xfrm>
          <a:prstGeom prst="rect">
            <a:avLst/>
          </a:prstGeom>
        </p:spPr>
      </p:pic>
      <p:sp>
        <p:nvSpPr>
          <p:cNvPr id="32" name="Cloud 31">
            <a:extLst>
              <a:ext uri="{FF2B5EF4-FFF2-40B4-BE49-F238E27FC236}">
                <a16:creationId xmlns:a16="http://schemas.microsoft.com/office/drawing/2014/main" id="{7D4A3DC6-5D78-45B0-BF01-3EEA9B1693B5}"/>
              </a:ext>
            </a:extLst>
          </p:cNvPr>
          <p:cNvSpPr/>
          <p:nvPr/>
        </p:nvSpPr>
        <p:spPr>
          <a:xfrm>
            <a:off x="6422082" y="254587"/>
            <a:ext cx="2718360" cy="1027954"/>
          </a:xfrm>
          <a:prstGeom prst="cloud">
            <a:avLst/>
          </a:prstGeom>
          <a:gradFill>
            <a:gsLst>
              <a:gs pos="0">
                <a:srgbClr val="E0EEF1"/>
              </a:gs>
              <a:gs pos="100000">
                <a:srgbClr val="01AE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9D0AF9B8-D69E-4E44-86A9-0341D4373A74}"/>
              </a:ext>
            </a:extLst>
          </p:cNvPr>
          <p:cNvSpPr/>
          <p:nvPr/>
        </p:nvSpPr>
        <p:spPr>
          <a:xfrm rot="10800000">
            <a:off x="407403" y="542394"/>
            <a:ext cx="2718360" cy="1027954"/>
          </a:xfrm>
          <a:prstGeom prst="cloud">
            <a:avLst/>
          </a:prstGeom>
          <a:gradFill>
            <a:gsLst>
              <a:gs pos="0">
                <a:srgbClr val="01AEF0"/>
              </a:gs>
              <a:gs pos="100000">
                <a:srgbClr val="E0E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2F3478-F171-439E-AA09-8BF86E07DB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 flipH="1">
            <a:off x="-17847" y="2710622"/>
            <a:ext cx="2564624" cy="322027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F2B114-EABC-412E-90F0-9505830383B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7604" y1="87870" x2="67969" y2="88241"/>
                        <a14:foregroundMark x1="69063" y1="89074" x2="69844" y2="88704"/>
                        <a14:foregroundMark x1="64323" y1="85648" x2="64323" y2="856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>
            <a:off x="7035917" y="5427982"/>
            <a:ext cx="1654900" cy="15936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81EEEB-4A4E-4736-8F65-AC27392DFD5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889" b="46204" l="73750" r="94844">
                        <a14:foregroundMark x1="82500" y1="42037" x2="85208" y2="42130"/>
                        <a14:foregroundMark x1="79167" y1="44074" x2="80781" y2="42685"/>
                        <a14:foregroundMark x1="77813" y1="43241" x2="78854" y2="41759"/>
                        <a14:foregroundMark x1="77865" y1="45000" x2="77865" y2="45000"/>
                        <a14:foregroundMark x1="88542" y1="39444" x2="91146" y2="40000"/>
                        <a14:foregroundMark x1="93698" y1="28148" x2="94219" y2="34722"/>
                        <a14:foregroundMark x1="94323" y1="43796" x2="94479" y2="38148"/>
                        <a14:foregroundMark x1="82448" y1="38611" x2="86615" y2="36481"/>
                        <a14:foregroundMark x1="92969" y1="18056" x2="93281" y2="23981"/>
                        <a14:foregroundMark x1="94844" y1="10370" x2="94844" y2="10370"/>
                        <a14:foregroundMark x1="84219" y1="42685" x2="87188" y2="41481"/>
                        <a14:foregroundMark x1="77344" y1="46204" x2="77344" y2="46204"/>
                        <a14:foregroundMark x1="91719" y1="9444" x2="91719" y2="9444"/>
                      </a14:backgroundRemoval>
                    </a14:imgEffect>
                  </a14:imgLayer>
                </a14:imgProps>
              </a:ext>
            </a:extLst>
          </a:blip>
          <a:srcRect l="71638" t="4953" r="4862" b="53043"/>
          <a:stretch/>
        </p:blipFill>
        <p:spPr>
          <a:xfrm>
            <a:off x="9542486" y="-183337"/>
            <a:ext cx="2666512" cy="2680945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62FF1AF-E7FD-40ED-8B92-4772FE9F7094}"/>
              </a:ext>
            </a:extLst>
          </p:cNvPr>
          <p:cNvGrpSpPr/>
          <p:nvPr/>
        </p:nvGrpSpPr>
        <p:grpSpPr>
          <a:xfrm>
            <a:off x="4135282" y="1264542"/>
            <a:ext cx="6432480" cy="3137953"/>
            <a:chOff x="4553814" y="951594"/>
            <a:chExt cx="6432480" cy="313795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634CE05-6272-4D6C-90E7-077FAFE9C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8576" b="54601" l="56131" r="65654">
                          <a14:foregroundMark x1="57500" y1="22778" x2="57500" y2="22778"/>
                          <a14:foregroundMark x1="59479" y1="21296" x2="59740" y2="21296"/>
                          <a14:foregroundMark x1="60260" y1="21389" x2="60469" y2="21481"/>
                          <a14:foregroundMark x1="61042" y1="21481" x2="61302" y2="21667"/>
                          <a14:foregroundMark x1="59844" y1="23056" x2="59844" y2="23056"/>
                          <a14:foregroundMark x1="58229" y1="21389" x2="58229" y2="21389"/>
                          <a14:foregroundMark x1="57969" y1="22130" x2="57969" y2="22130"/>
                          <a14:foregroundMark x1="58958" y1="21389" x2="58958" y2="21389"/>
                          <a14:foregroundMark x1="61771" y1="21481" x2="61771" y2="21481"/>
                          <a14:foregroundMark x1="62344" y1="22037" x2="62500" y2="22130"/>
                          <a14:foregroundMark x1="63438" y1="24907" x2="63438" y2="24907"/>
                          <a14:foregroundMark x1="63021" y1="23056" x2="63021" y2="23056"/>
                          <a14:foregroundMark x1="63281" y1="23981" x2="63281" y2="23981"/>
                          <a14:foregroundMark x1="56979" y1="51667" x2="56979" y2="51667"/>
                          <a14:foregroundMark x1="58177" y1="53333" x2="58177" y2="53333"/>
                          <a14:foregroundMark x1="63646" y1="52593" x2="63646" y2="52593"/>
                          <a14:foregroundMark x1="63594" y1="50741" x2="63594" y2="50741"/>
                          <a14:foregroundMark x1="63750" y1="52870" x2="63750" y2="52870"/>
                          <a14:foregroundMark x1="63906" y1="52778" x2="63906" y2="52778"/>
                          <a14:foregroundMark x1="63854" y1="51852" x2="63854" y2="51852"/>
                          <a14:foregroundMark x1="63646" y1="50278" x2="63646" y2="50278"/>
                          <a14:foregroundMark x1="63385" y1="48611" x2="63385" y2="48611"/>
                          <a14:foregroundMark x1="63542" y1="35278" x2="63542" y2="35278"/>
                          <a14:foregroundMark x1="63490" y1="32778" x2="63490" y2="32778"/>
                          <a14:foregroundMark x1="63490" y1="29537" x2="63490" y2="29537"/>
                          <a14:foregroundMark x1="63490" y1="27963" x2="63438" y2="29167"/>
                          <a14:foregroundMark x1="63281" y1="26389" x2="63333" y2="26759"/>
                          <a14:backgroundMark x1="57188" y1="20000" x2="57865" y2="20370"/>
                          <a14:backgroundMark x1="60938" y1="20556" x2="62083" y2="20648"/>
                          <a14:backgroundMark x1="57396" y1="20463" x2="57969" y2="19722"/>
                          <a14:backgroundMark x1="57396" y1="21204" x2="57396" y2="21204"/>
                          <a14:backgroundMark x1="57240" y1="21759" x2="57240" y2="21759"/>
                          <a14:backgroundMark x1="57083" y1="22315" x2="57083" y2="22315"/>
                          <a14:backgroundMark x1="56875" y1="22963" x2="56875" y2="22963"/>
                          <a14:backgroundMark x1="62500" y1="20556" x2="62500" y2="20556"/>
                          <a14:backgroundMark x1="58490" y1="20000" x2="58542" y2="20000"/>
                          <a14:backgroundMark x1="58698" y1="20093" x2="59844" y2="20093"/>
                          <a14:backgroundMark x1="63854" y1="22407" x2="64375" y2="23241"/>
                          <a14:backgroundMark x1="64286" y1="26345" x2="64323" y2="27037"/>
                          <a14:backgroundMark x1="64219" y1="25093" x2="64265" y2="25960"/>
                          <a14:backgroundMark x1="64167" y1="29167" x2="64271" y2="30926"/>
                          <a14:backgroundMark x1="64291" y1="32778" x2="64323" y2="34352"/>
                          <a14:backgroundMark x1="64271" y1="31759" x2="64291" y2="32778"/>
                          <a14:backgroundMark x1="64271" y1="35463" x2="64323" y2="40185"/>
                          <a14:backgroundMark x1="64373" y1="48611" x2="64427" y2="50093"/>
                          <a14:backgroundMark x1="64271" y1="45833" x2="64373" y2="48611"/>
                          <a14:backgroundMark x1="63854" y1="40463" x2="64063" y2="45000"/>
                        </a14:backgroundRemoval>
                      </a14:imgEffect>
                    </a14:imgLayer>
                  </a14:imgProps>
                </a:ext>
              </a:extLst>
            </a:blip>
            <a:srcRect l="54941" t="14073" r="33156" b="40896"/>
            <a:stretch/>
          </p:blipFill>
          <p:spPr>
            <a:xfrm>
              <a:off x="8925067" y="1001342"/>
              <a:ext cx="1451186" cy="3088205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8526C0-D589-4293-B1EC-941B0197CE41}"/>
                </a:ext>
              </a:extLst>
            </p:cNvPr>
            <p:cNvGrpSpPr/>
            <p:nvPr/>
          </p:nvGrpSpPr>
          <p:grpSpPr>
            <a:xfrm>
              <a:off x="4553814" y="1037056"/>
              <a:ext cx="6432480" cy="2583922"/>
              <a:chOff x="5214410" y="1543270"/>
              <a:chExt cx="6432480" cy="2583922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E141E76-F3E1-4A37-AFB5-87ED07989EB8}"/>
                  </a:ext>
                </a:extLst>
              </p:cNvPr>
              <p:cNvGrpSpPr/>
              <p:nvPr/>
            </p:nvGrpSpPr>
            <p:grpSpPr>
              <a:xfrm>
                <a:off x="5214410" y="1593257"/>
                <a:ext cx="6432480" cy="2533935"/>
                <a:chOff x="5509824" y="1413909"/>
                <a:chExt cx="4620046" cy="2533935"/>
              </a:xfrm>
              <a:noFill/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1185AB7-A6E9-4261-8E07-ECEAE65ACCDD}"/>
                    </a:ext>
                  </a:extLst>
                </p:cNvPr>
                <p:cNvSpPr txBox="1"/>
                <p:nvPr/>
              </p:nvSpPr>
              <p:spPr>
                <a:xfrm>
                  <a:off x="5509824" y="1413909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444A08-3269-413F-BDC8-1E43989FFD40}"/>
                    </a:ext>
                  </a:extLst>
                </p:cNvPr>
                <p:cNvSpPr txBox="1"/>
                <p:nvPr/>
              </p:nvSpPr>
              <p:spPr>
                <a:xfrm>
                  <a:off x="5689153" y="2378184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AF284B4-BC0E-4741-B304-876C3C716185}"/>
                  </a:ext>
                </a:extLst>
              </p:cNvPr>
              <p:cNvGrpSpPr/>
              <p:nvPr/>
            </p:nvGrpSpPr>
            <p:grpSpPr>
              <a:xfrm>
                <a:off x="6049232" y="1543270"/>
                <a:ext cx="4683488" cy="2531509"/>
                <a:chOff x="6585445" y="2133366"/>
                <a:chExt cx="4683488" cy="2531509"/>
              </a:xfrm>
              <a:noFill/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216584-A1A6-4CD9-ADF3-DCC3628C6BA9}"/>
                    </a:ext>
                  </a:extLst>
                </p:cNvPr>
                <p:cNvSpPr txBox="1"/>
                <p:nvPr/>
              </p:nvSpPr>
              <p:spPr>
                <a:xfrm>
                  <a:off x="6585445" y="2133366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13396DC-9E9F-4731-A745-5CD9F6ABFDF4}"/>
                    </a:ext>
                  </a:extLst>
                </p:cNvPr>
                <p:cNvSpPr txBox="1"/>
                <p:nvPr/>
              </p:nvSpPr>
              <p:spPr>
                <a:xfrm>
                  <a:off x="6828216" y="3095215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A348642-FE3F-4696-BCC2-FEA4C10EFCB8}"/>
                </a:ext>
              </a:extLst>
            </p:cNvPr>
            <p:cNvSpPr/>
            <p:nvPr/>
          </p:nvSpPr>
          <p:spPr>
            <a:xfrm>
              <a:off x="8728228" y="951594"/>
              <a:ext cx="830746" cy="708127"/>
            </a:xfrm>
            <a:custGeom>
              <a:avLst/>
              <a:gdLst>
                <a:gd name="connsiteX0" fmla="*/ 0 w 845574"/>
                <a:gd name="connsiteY0" fmla="*/ 572859 h 572859"/>
                <a:gd name="connsiteX1" fmla="*/ 186813 w 845574"/>
                <a:gd name="connsiteY1" fmla="*/ 71414 h 572859"/>
                <a:gd name="connsiteX2" fmla="*/ 344129 w 845574"/>
                <a:gd name="connsiteY2" fmla="*/ 2588 h 572859"/>
                <a:gd name="connsiteX3" fmla="*/ 629265 w 845574"/>
                <a:gd name="connsiteY3" fmla="*/ 61582 h 572859"/>
                <a:gd name="connsiteX4" fmla="*/ 786581 w 845574"/>
                <a:gd name="connsiteY4" fmla="*/ 336885 h 572859"/>
                <a:gd name="connsiteX5" fmla="*/ 845574 w 845574"/>
                <a:gd name="connsiteY5" fmla="*/ 435207 h 572859"/>
                <a:gd name="connsiteX0" fmla="*/ 0 w 845574"/>
                <a:gd name="connsiteY0" fmla="*/ 698107 h 698107"/>
                <a:gd name="connsiteX1" fmla="*/ 186813 w 845574"/>
                <a:gd name="connsiteY1" fmla="*/ 196662 h 698107"/>
                <a:gd name="connsiteX2" fmla="*/ 353961 w 845574"/>
                <a:gd name="connsiteY2" fmla="*/ 17 h 698107"/>
                <a:gd name="connsiteX3" fmla="*/ 629265 w 845574"/>
                <a:gd name="connsiteY3" fmla="*/ 186830 h 698107"/>
                <a:gd name="connsiteX4" fmla="*/ 786581 w 845574"/>
                <a:gd name="connsiteY4" fmla="*/ 462133 h 698107"/>
                <a:gd name="connsiteX5" fmla="*/ 845574 w 845574"/>
                <a:gd name="connsiteY5" fmla="*/ 560455 h 698107"/>
                <a:gd name="connsiteX0" fmla="*/ 0 w 845574"/>
                <a:gd name="connsiteY0" fmla="*/ 629301 h 629301"/>
                <a:gd name="connsiteX1" fmla="*/ 186813 w 845574"/>
                <a:gd name="connsiteY1" fmla="*/ 127856 h 629301"/>
                <a:gd name="connsiteX2" fmla="*/ 344129 w 845574"/>
                <a:gd name="connsiteY2" fmla="*/ 37 h 629301"/>
                <a:gd name="connsiteX3" fmla="*/ 629265 w 845574"/>
                <a:gd name="connsiteY3" fmla="*/ 118024 h 629301"/>
                <a:gd name="connsiteX4" fmla="*/ 786581 w 845574"/>
                <a:gd name="connsiteY4" fmla="*/ 393327 h 629301"/>
                <a:gd name="connsiteX5" fmla="*/ 845574 w 845574"/>
                <a:gd name="connsiteY5" fmla="*/ 491649 h 629301"/>
                <a:gd name="connsiteX0" fmla="*/ 0 w 845574"/>
                <a:gd name="connsiteY0" fmla="*/ 630130 h 630130"/>
                <a:gd name="connsiteX1" fmla="*/ 186813 w 845574"/>
                <a:gd name="connsiteY1" fmla="*/ 128685 h 630130"/>
                <a:gd name="connsiteX2" fmla="*/ 344129 w 845574"/>
                <a:gd name="connsiteY2" fmla="*/ 866 h 630130"/>
                <a:gd name="connsiteX3" fmla="*/ 609601 w 845574"/>
                <a:gd name="connsiteY3" fmla="*/ 168014 h 630130"/>
                <a:gd name="connsiteX4" fmla="*/ 786581 w 845574"/>
                <a:gd name="connsiteY4" fmla="*/ 394156 h 630130"/>
                <a:gd name="connsiteX5" fmla="*/ 845574 w 845574"/>
                <a:gd name="connsiteY5" fmla="*/ 492478 h 630130"/>
                <a:gd name="connsiteX0" fmla="*/ 0 w 845574"/>
                <a:gd name="connsiteY0" fmla="*/ 630933 h 630933"/>
                <a:gd name="connsiteX1" fmla="*/ 186813 w 845574"/>
                <a:gd name="connsiteY1" fmla="*/ 129488 h 630933"/>
                <a:gd name="connsiteX2" fmla="*/ 344129 w 845574"/>
                <a:gd name="connsiteY2" fmla="*/ 1669 h 630933"/>
                <a:gd name="connsiteX3" fmla="*/ 688259 w 845574"/>
                <a:gd name="connsiteY3" fmla="*/ 80326 h 630933"/>
                <a:gd name="connsiteX4" fmla="*/ 786581 w 845574"/>
                <a:gd name="connsiteY4" fmla="*/ 394959 h 630933"/>
                <a:gd name="connsiteX5" fmla="*/ 845574 w 845574"/>
                <a:gd name="connsiteY5" fmla="*/ 493281 h 630933"/>
                <a:gd name="connsiteX0" fmla="*/ 0 w 845574"/>
                <a:gd name="connsiteY0" fmla="*/ 708460 h 708460"/>
                <a:gd name="connsiteX1" fmla="*/ 186813 w 845574"/>
                <a:gd name="connsiteY1" fmla="*/ 207015 h 708460"/>
                <a:gd name="connsiteX2" fmla="*/ 344129 w 845574"/>
                <a:gd name="connsiteY2" fmla="*/ 538 h 708460"/>
                <a:gd name="connsiteX3" fmla="*/ 688259 w 845574"/>
                <a:gd name="connsiteY3" fmla="*/ 157853 h 708460"/>
                <a:gd name="connsiteX4" fmla="*/ 786581 w 845574"/>
                <a:gd name="connsiteY4" fmla="*/ 472486 h 708460"/>
                <a:gd name="connsiteX5" fmla="*/ 845574 w 845574"/>
                <a:gd name="connsiteY5" fmla="*/ 570808 h 708460"/>
                <a:gd name="connsiteX0" fmla="*/ 0 w 845574"/>
                <a:gd name="connsiteY0" fmla="*/ 708129 h 708129"/>
                <a:gd name="connsiteX1" fmla="*/ 127820 w 845574"/>
                <a:gd name="connsiteY1" fmla="*/ 187019 h 708129"/>
                <a:gd name="connsiteX2" fmla="*/ 344129 w 845574"/>
                <a:gd name="connsiteY2" fmla="*/ 207 h 708129"/>
                <a:gd name="connsiteX3" fmla="*/ 688259 w 845574"/>
                <a:gd name="connsiteY3" fmla="*/ 157522 h 708129"/>
                <a:gd name="connsiteX4" fmla="*/ 786581 w 845574"/>
                <a:gd name="connsiteY4" fmla="*/ 472155 h 708129"/>
                <a:gd name="connsiteX5" fmla="*/ 845574 w 845574"/>
                <a:gd name="connsiteY5" fmla="*/ 570477 h 708129"/>
                <a:gd name="connsiteX0" fmla="*/ 0 w 845574"/>
                <a:gd name="connsiteY0" fmla="*/ 708287 h 708287"/>
                <a:gd name="connsiteX1" fmla="*/ 127820 w 845574"/>
                <a:gd name="connsiteY1" fmla="*/ 187177 h 708287"/>
                <a:gd name="connsiteX2" fmla="*/ 344129 w 845574"/>
                <a:gd name="connsiteY2" fmla="*/ 365 h 708287"/>
                <a:gd name="connsiteX3" fmla="*/ 688259 w 845574"/>
                <a:gd name="connsiteY3" fmla="*/ 157680 h 708287"/>
                <a:gd name="connsiteX4" fmla="*/ 786581 w 845574"/>
                <a:gd name="connsiteY4" fmla="*/ 472313 h 708287"/>
                <a:gd name="connsiteX5" fmla="*/ 845574 w 845574"/>
                <a:gd name="connsiteY5" fmla="*/ 570635 h 708287"/>
                <a:gd name="connsiteX0" fmla="*/ 0 w 830746"/>
                <a:gd name="connsiteY0" fmla="*/ 708287 h 708287"/>
                <a:gd name="connsiteX1" fmla="*/ 127820 w 830746"/>
                <a:gd name="connsiteY1" fmla="*/ 187177 h 708287"/>
                <a:gd name="connsiteX2" fmla="*/ 344129 w 830746"/>
                <a:gd name="connsiteY2" fmla="*/ 365 h 708287"/>
                <a:gd name="connsiteX3" fmla="*/ 688259 w 830746"/>
                <a:gd name="connsiteY3" fmla="*/ 157680 h 708287"/>
                <a:gd name="connsiteX4" fmla="*/ 786581 w 830746"/>
                <a:gd name="connsiteY4" fmla="*/ 472313 h 708287"/>
                <a:gd name="connsiteX5" fmla="*/ 830746 w 830746"/>
                <a:gd name="connsiteY5" fmla="*/ 575578 h 70828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0746" h="708127">
                  <a:moveTo>
                    <a:pt x="0" y="708127"/>
                  </a:moveTo>
                  <a:cubicBezTo>
                    <a:pt x="64729" y="504927"/>
                    <a:pt x="70465" y="305004"/>
                    <a:pt x="127820" y="187017"/>
                  </a:cubicBezTo>
                  <a:cubicBezTo>
                    <a:pt x="185175" y="69030"/>
                    <a:pt x="250723" y="5121"/>
                    <a:pt x="344129" y="205"/>
                  </a:cubicBezTo>
                  <a:cubicBezTo>
                    <a:pt x="437535" y="-4711"/>
                    <a:pt x="611634" y="79686"/>
                    <a:pt x="688259" y="157520"/>
                  </a:cubicBezTo>
                  <a:cubicBezTo>
                    <a:pt x="764884" y="235354"/>
                    <a:pt x="787600" y="387640"/>
                    <a:pt x="803880" y="467210"/>
                  </a:cubicBezTo>
                  <a:cubicBezTo>
                    <a:pt x="825103" y="541837"/>
                    <a:pt x="824191" y="557392"/>
                    <a:pt x="830746" y="575418"/>
                  </a:cubicBezTo>
                </a:path>
              </a:pathLst>
            </a:custGeom>
            <a:noFill/>
            <a:ln w="28575">
              <a:solidFill>
                <a:srgbClr val="4B24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CDC31CA-D3DD-4F20-AA05-18D5AF0E1484}"/>
              </a:ext>
            </a:extLst>
          </p:cNvPr>
          <p:cNvGrpSpPr/>
          <p:nvPr/>
        </p:nvGrpSpPr>
        <p:grpSpPr>
          <a:xfrm>
            <a:off x="5611394" y="4359431"/>
            <a:ext cx="3765999" cy="1173524"/>
            <a:chOff x="5611394" y="4359431"/>
            <a:chExt cx="3765999" cy="1173524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A596D22-DA10-48EE-9F25-11284DE6B0F7}"/>
                </a:ext>
              </a:extLst>
            </p:cNvPr>
            <p:cNvGrpSpPr/>
            <p:nvPr/>
          </p:nvGrpSpPr>
          <p:grpSpPr>
            <a:xfrm>
              <a:off x="5611394" y="4359431"/>
              <a:ext cx="3765999" cy="1173524"/>
              <a:chOff x="5474780" y="4047470"/>
              <a:chExt cx="3765999" cy="117352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136FEEA-8099-4580-97D2-9F025F931D95}"/>
                  </a:ext>
                </a:extLst>
              </p:cNvPr>
              <p:cNvSpPr/>
              <p:nvPr/>
            </p:nvSpPr>
            <p:spPr>
              <a:xfrm>
                <a:off x="6121402" y="4194534"/>
                <a:ext cx="3119377" cy="904532"/>
              </a:xfrm>
              <a:prstGeom prst="roundRect">
                <a:avLst>
                  <a:gd name="adj" fmla="val 37798"/>
                </a:avLst>
              </a:prstGeom>
              <a:gradFill>
                <a:gsLst>
                  <a:gs pos="0">
                    <a:srgbClr val="28C9FE"/>
                  </a:gs>
                  <a:gs pos="100000">
                    <a:srgbClr val="008CF8"/>
                  </a:gs>
                </a:gsLst>
                <a:lin ang="5400000" scaled="1"/>
              </a:gradFill>
              <a:ln w="28575">
                <a:solidFill>
                  <a:srgbClr val="008E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1BEDDA93-2C72-4ED4-9657-09C7785B34DC}"/>
                  </a:ext>
                </a:extLst>
              </p:cNvPr>
              <p:cNvSpPr/>
              <p:nvPr/>
            </p:nvSpPr>
            <p:spPr>
              <a:xfrm>
                <a:off x="5502459" y="4071812"/>
                <a:ext cx="1146250" cy="1117433"/>
              </a:xfrm>
              <a:prstGeom prst="roundRect">
                <a:avLst>
                  <a:gd name="adj" fmla="val 19882"/>
                </a:avLst>
              </a:prstGeom>
              <a:blipFill dpi="0"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1290" b="-1290"/>
                </a:stretch>
              </a:blipFill>
              <a:ln w="76200">
                <a:solidFill>
                  <a:srgbClr val="6F441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F4ED887-B4BE-4422-9129-63E471B5F8EC}"/>
                  </a:ext>
                </a:extLst>
              </p:cNvPr>
              <p:cNvSpPr/>
              <p:nvPr/>
            </p:nvSpPr>
            <p:spPr>
              <a:xfrm>
                <a:off x="5614667" y="4073497"/>
                <a:ext cx="45719" cy="45719"/>
              </a:xfrm>
              <a:prstGeom prst="ellipse">
                <a:avLst/>
              </a:prstGeom>
              <a:solidFill>
                <a:srgbClr val="CC3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8AB6BF4-7051-4A68-A1A8-595AA4E8898A}"/>
                  </a:ext>
                </a:extLst>
              </p:cNvPr>
              <p:cNvSpPr/>
              <p:nvPr/>
            </p:nvSpPr>
            <p:spPr>
              <a:xfrm>
                <a:off x="5756326" y="4047471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BA29158-DAF9-410E-A3EE-15F1A2890F12}"/>
                  </a:ext>
                </a:extLst>
              </p:cNvPr>
              <p:cNvSpPr/>
              <p:nvPr/>
            </p:nvSpPr>
            <p:spPr>
              <a:xfrm>
                <a:off x="5898151" y="4062336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80D0490-C4DF-4460-98DF-644277E6802A}"/>
                  </a:ext>
                </a:extLst>
              </p:cNvPr>
              <p:cNvSpPr/>
              <p:nvPr/>
            </p:nvSpPr>
            <p:spPr>
              <a:xfrm>
                <a:off x="6033052" y="4047470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7CCECA9-1A6A-4953-A9A0-2C0C690AFDA2}"/>
                  </a:ext>
                </a:extLst>
              </p:cNvPr>
              <p:cNvSpPr/>
              <p:nvPr/>
            </p:nvSpPr>
            <p:spPr>
              <a:xfrm>
                <a:off x="6146534" y="4062335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DEC0114-5F0A-46AC-994B-C1AC605450DE}"/>
                  </a:ext>
                </a:extLst>
              </p:cNvPr>
              <p:cNvSpPr/>
              <p:nvPr/>
            </p:nvSpPr>
            <p:spPr>
              <a:xfrm>
                <a:off x="6260945" y="4048674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1A14D25-2160-46FC-9433-A0A748207238}"/>
                  </a:ext>
                </a:extLst>
              </p:cNvPr>
              <p:cNvSpPr/>
              <p:nvPr/>
            </p:nvSpPr>
            <p:spPr>
              <a:xfrm>
                <a:off x="6410405" y="4058636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F7EDF2D-C281-4F1A-8C02-B20ABB03CE83}"/>
                  </a:ext>
                </a:extLst>
              </p:cNvPr>
              <p:cNvSpPr/>
              <p:nvPr/>
            </p:nvSpPr>
            <p:spPr>
              <a:xfrm>
                <a:off x="6532297" y="4090534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C287194-1D43-465F-B017-A06A7D6A1A89}"/>
                  </a:ext>
                </a:extLst>
              </p:cNvPr>
              <p:cNvSpPr/>
              <p:nvPr/>
            </p:nvSpPr>
            <p:spPr>
              <a:xfrm>
                <a:off x="6601011" y="4174229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1D2DC1A8-A923-4B61-A7FE-8CC5B39B8EC0}"/>
                  </a:ext>
                </a:extLst>
              </p:cNvPr>
              <p:cNvSpPr/>
              <p:nvPr/>
            </p:nvSpPr>
            <p:spPr>
              <a:xfrm>
                <a:off x="6633678" y="4296312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3E9B3A18-166A-43AE-9841-187E72135B2B}"/>
                  </a:ext>
                </a:extLst>
              </p:cNvPr>
              <p:cNvSpPr/>
              <p:nvPr/>
            </p:nvSpPr>
            <p:spPr>
              <a:xfrm>
                <a:off x="6623870" y="4399506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D297E04-4995-4C87-A30D-CFC85C61263E}"/>
                  </a:ext>
                </a:extLst>
              </p:cNvPr>
              <p:cNvSpPr/>
              <p:nvPr/>
            </p:nvSpPr>
            <p:spPr>
              <a:xfrm>
                <a:off x="6626601" y="4521589"/>
                <a:ext cx="45719" cy="45719"/>
              </a:xfrm>
              <a:prstGeom prst="ellipse">
                <a:avLst/>
              </a:prstGeom>
              <a:solidFill>
                <a:srgbClr val="CC3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7D70301-7C5A-48DD-B630-328F3E92CAFA}"/>
                  </a:ext>
                </a:extLst>
              </p:cNvPr>
              <p:cNvSpPr/>
              <p:nvPr/>
            </p:nvSpPr>
            <p:spPr>
              <a:xfrm>
                <a:off x="5529622" y="4149352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8FEBC49-8BEA-4BA7-A3A4-C80286A1217D}"/>
                  </a:ext>
                </a:extLst>
              </p:cNvPr>
              <p:cNvSpPr/>
              <p:nvPr/>
            </p:nvSpPr>
            <p:spPr>
              <a:xfrm>
                <a:off x="5481579" y="4347324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04DF8316-7FB4-4AA0-B0FF-A479A88FD784}"/>
                  </a:ext>
                </a:extLst>
              </p:cNvPr>
              <p:cNvSpPr/>
              <p:nvPr/>
            </p:nvSpPr>
            <p:spPr>
              <a:xfrm>
                <a:off x="5481579" y="4468026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DA5D35C-80B1-4D8A-955B-B9350AC35CB9}"/>
                  </a:ext>
                </a:extLst>
              </p:cNvPr>
              <p:cNvSpPr/>
              <p:nvPr/>
            </p:nvSpPr>
            <p:spPr>
              <a:xfrm>
                <a:off x="5477152" y="4236066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E369CED3-21F6-47C4-8A44-D385592ABB31}"/>
                  </a:ext>
                </a:extLst>
              </p:cNvPr>
              <p:cNvSpPr/>
              <p:nvPr/>
            </p:nvSpPr>
            <p:spPr>
              <a:xfrm>
                <a:off x="5474780" y="4597145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164ABF71-8DBE-44EC-8B87-66848A9D34F3}"/>
                  </a:ext>
                </a:extLst>
              </p:cNvPr>
              <p:cNvSpPr/>
              <p:nvPr/>
            </p:nvSpPr>
            <p:spPr>
              <a:xfrm>
                <a:off x="6552453" y="5118896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D593E1D0-DF14-43FA-9B23-5CC3B306F879}"/>
                  </a:ext>
                </a:extLst>
              </p:cNvPr>
              <p:cNvSpPr/>
              <p:nvPr/>
            </p:nvSpPr>
            <p:spPr>
              <a:xfrm>
                <a:off x="6623067" y="4642806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F0E5171-B194-457F-A9FF-D70DED2AB0E1}"/>
                  </a:ext>
                </a:extLst>
              </p:cNvPr>
              <p:cNvSpPr/>
              <p:nvPr/>
            </p:nvSpPr>
            <p:spPr>
              <a:xfrm>
                <a:off x="5482176" y="4719241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D1DC80E-8A5D-4EB3-8977-5C090F388CCA}"/>
                  </a:ext>
                </a:extLst>
              </p:cNvPr>
              <p:cNvSpPr/>
              <p:nvPr/>
            </p:nvSpPr>
            <p:spPr>
              <a:xfrm>
                <a:off x="6633678" y="4770937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4187CBC-5979-4B25-A53C-7F4DC94B2D31}"/>
                  </a:ext>
                </a:extLst>
              </p:cNvPr>
              <p:cNvSpPr/>
              <p:nvPr/>
            </p:nvSpPr>
            <p:spPr>
              <a:xfrm>
                <a:off x="5474780" y="4835788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D49CB76A-FD3C-4564-8FD1-94FD2634FD05}"/>
                  </a:ext>
                </a:extLst>
              </p:cNvPr>
              <p:cNvSpPr/>
              <p:nvPr/>
            </p:nvSpPr>
            <p:spPr>
              <a:xfrm>
                <a:off x="5481579" y="4956376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6ADDDE20-8D2C-43FC-9751-D48A1EA72920}"/>
                  </a:ext>
                </a:extLst>
              </p:cNvPr>
              <p:cNvSpPr/>
              <p:nvPr/>
            </p:nvSpPr>
            <p:spPr>
              <a:xfrm>
                <a:off x="6633677" y="4886767"/>
                <a:ext cx="45719" cy="45719"/>
              </a:xfrm>
              <a:prstGeom prst="ellipse">
                <a:avLst/>
              </a:prstGeom>
              <a:solidFill>
                <a:srgbClr val="EF6A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23271320-6AC6-49AF-A317-1C5C0ADD47B0}"/>
                  </a:ext>
                </a:extLst>
              </p:cNvPr>
              <p:cNvSpPr/>
              <p:nvPr/>
            </p:nvSpPr>
            <p:spPr>
              <a:xfrm>
                <a:off x="5533124" y="5087101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0894807-7311-4EBE-AA29-555159C4F526}"/>
                  </a:ext>
                </a:extLst>
              </p:cNvPr>
              <p:cNvSpPr/>
              <p:nvPr/>
            </p:nvSpPr>
            <p:spPr>
              <a:xfrm>
                <a:off x="6611344" y="5003800"/>
                <a:ext cx="45719" cy="45719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65F16D16-A213-4651-BF01-B0133B9BE97E}"/>
                  </a:ext>
                </a:extLst>
              </p:cNvPr>
              <p:cNvSpPr/>
              <p:nvPr/>
            </p:nvSpPr>
            <p:spPr>
              <a:xfrm>
                <a:off x="5794849" y="5175275"/>
                <a:ext cx="45719" cy="45719"/>
              </a:xfrm>
              <a:prstGeom prst="ellipse">
                <a:avLst/>
              </a:prstGeom>
              <a:solidFill>
                <a:srgbClr val="FB36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834B8BA-7781-43DB-8AE9-1054C4D20F12}"/>
                  </a:ext>
                </a:extLst>
              </p:cNvPr>
              <p:cNvSpPr/>
              <p:nvPr/>
            </p:nvSpPr>
            <p:spPr>
              <a:xfrm>
                <a:off x="5648019" y="5161307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7BB41673-2534-4450-910F-A8FD0BE2968C}"/>
                  </a:ext>
                </a:extLst>
              </p:cNvPr>
              <p:cNvSpPr/>
              <p:nvPr/>
            </p:nvSpPr>
            <p:spPr>
              <a:xfrm>
                <a:off x="5950136" y="5170831"/>
                <a:ext cx="45719" cy="45719"/>
              </a:xfrm>
              <a:prstGeom prst="ellipse">
                <a:avLst/>
              </a:prstGeom>
              <a:solidFill>
                <a:srgbClr val="60BF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B555A70-D5A9-44BC-AE49-F7B0F302EB11}"/>
                  </a:ext>
                </a:extLst>
              </p:cNvPr>
              <p:cNvSpPr/>
              <p:nvPr/>
            </p:nvSpPr>
            <p:spPr>
              <a:xfrm>
                <a:off x="6125992" y="5170830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D719F363-CF75-4A25-8D43-150896209C06}"/>
                  </a:ext>
                </a:extLst>
              </p:cNvPr>
              <p:cNvSpPr/>
              <p:nvPr/>
            </p:nvSpPr>
            <p:spPr>
              <a:xfrm>
                <a:off x="6258420" y="5157178"/>
                <a:ext cx="45719" cy="45719"/>
              </a:xfrm>
              <a:prstGeom prst="ellipse">
                <a:avLst/>
              </a:prstGeom>
              <a:solidFill>
                <a:srgbClr val="74CE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290E5B7-0B63-42C9-80A0-020D2A93E439}"/>
                  </a:ext>
                </a:extLst>
              </p:cNvPr>
              <p:cNvSpPr/>
              <p:nvPr/>
            </p:nvSpPr>
            <p:spPr>
              <a:xfrm>
                <a:off x="6424120" y="5163831"/>
                <a:ext cx="45719" cy="45719"/>
              </a:xfrm>
              <a:prstGeom prst="ellipse">
                <a:avLst/>
              </a:prstGeom>
              <a:solidFill>
                <a:srgbClr val="984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60D676C-1E1E-4A8C-8E8B-04BD41A79A60}"/>
                </a:ext>
              </a:extLst>
            </p:cNvPr>
            <p:cNvSpPr txBox="1"/>
            <p:nvPr/>
          </p:nvSpPr>
          <p:spPr>
            <a:xfrm>
              <a:off x="7143554" y="4671744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55A6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0055A6"/>
                </a:solidFill>
                <a:latin typeface="Lobster" panose="020F0502020204030204" pitchFamily="2" charset="-93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D969468-53ED-4C56-8854-0B190065AA52}"/>
                </a:ext>
              </a:extLst>
            </p:cNvPr>
            <p:cNvSpPr txBox="1"/>
            <p:nvPr/>
          </p:nvSpPr>
          <p:spPr>
            <a:xfrm>
              <a:off x="7107906" y="4635595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FFFF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FFFFFF"/>
                </a:solidFill>
                <a:latin typeface="Lobster" panose="020F0502020204030204" pitchFamily="2" charset="-9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2475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48000" decel="49333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96296E-6 L -0.00768 0.0013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100" y="69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repeatCount="indefinite" accel="48000" decel="49333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96296E-6 L -0.00768 0.00139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100" y="69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0.00118 0.00671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2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0.00118 0.00671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2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0.00118 0.0067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AEF0"/>
            </a:gs>
            <a:gs pos="100000">
              <a:srgbClr val="E0EE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722EE5-9D31-451B-9512-6F794AF8DCF0}"/>
              </a:ext>
            </a:extLst>
          </p:cNvPr>
          <p:cNvSpPr/>
          <p:nvPr/>
        </p:nvSpPr>
        <p:spPr>
          <a:xfrm>
            <a:off x="-25401" y="4801448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E155252-DB8A-49A8-82B4-55153A8A62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667" b="79352" l="6302" r="23698">
                        <a14:foregroundMark x1="8698" y1="52500" x2="8698" y2="52500"/>
                        <a14:foregroundMark x1="11823" y1="46667" x2="11823" y2="46667"/>
                        <a14:foregroundMark x1="11563" y1="46852" x2="12188" y2="49444"/>
                        <a14:foregroundMark x1="13906" y1="50741" x2="13906" y2="50741"/>
                        <a14:foregroundMark x1="15104" y1="49074" x2="15313" y2="49352"/>
                        <a14:foregroundMark x1="15104" y1="50185" x2="15104" y2="50185"/>
                        <a14:foregroundMark x1="14896" y1="50463" x2="14896" y2="50463"/>
                        <a14:foregroundMark x1="14740" y1="50556" x2="14740" y2="50556"/>
                        <a14:foregroundMark x1="18021" y1="51389" x2="18021" y2="51389"/>
                        <a14:foregroundMark x1="21198" y1="56204" x2="21198" y2="56204"/>
                        <a14:foregroundMark x1="13021" y1="47685" x2="13021" y2="47685"/>
                        <a14:foregroundMark x1="6823" y1="57963" x2="7396" y2="59074"/>
                        <a14:foregroundMark x1="7240" y1="57222" x2="7240" y2="57222"/>
                        <a14:foregroundMark x1="11406" y1="65741" x2="11406" y2="65741"/>
                        <a14:foregroundMark x1="10469" y1="65185" x2="10469" y2="65185"/>
                        <a14:foregroundMark x1="10469" y1="65648" x2="10469" y2="65648"/>
                        <a14:foregroundMark x1="22396" y1="60463" x2="22604" y2="61296"/>
                        <a14:foregroundMark x1="22865" y1="60093" x2="22969" y2="61574"/>
                        <a14:foregroundMark x1="23333" y1="57778" x2="23333" y2="57778"/>
                        <a14:foregroundMark x1="23698" y1="60556" x2="23698" y2="60556"/>
                        <a14:foregroundMark x1="7813" y1="51574" x2="7813" y2="51574"/>
                        <a14:foregroundMark x1="7083" y1="53056" x2="7083" y2="53056"/>
                        <a14:foregroundMark x1="7396" y1="61204" x2="7396" y2="61204"/>
                        <a14:foregroundMark x1="7969" y1="61481" x2="7969" y2="61481"/>
                        <a14:foregroundMark x1="12292" y1="70833" x2="12292" y2="70833"/>
                        <a14:foregroundMark x1="12292" y1="69537" x2="12292" y2="69537"/>
                        <a14:foregroundMark x1="12760" y1="79537" x2="12760" y2="79537"/>
                        <a14:foregroundMark x1="13594" y1="70648" x2="13594" y2="70648"/>
                        <a14:foregroundMark x1="13698" y1="72407" x2="13698" y2="72407"/>
                        <a14:foregroundMark x1="13854" y1="70370" x2="13854" y2="71852"/>
                        <a14:foregroundMark x1="15000" y1="47500" x2="15000" y2="47500"/>
                        <a14:foregroundMark x1="14740" y1="48056" x2="14740" y2="48056"/>
                        <a14:foregroundMark x1="14635" y1="48056" x2="14635" y2="48056"/>
                        <a14:foregroundMark x1="15417" y1="47315" x2="15417" y2="47315"/>
                        <a14:foregroundMark x1="7604" y1="52500" x2="7604" y2="52500"/>
                        <a14:foregroundMark x1="6823" y1="53519" x2="6823" y2="53519"/>
                        <a14:foregroundMark x1="6615" y1="57037" x2="6615" y2="57037"/>
                        <a14:foregroundMark x1="6302" y1="58333" x2="6302" y2="58333"/>
                        <a14:foregroundMark x1="7240" y1="61389" x2="7240" y2="61389"/>
                        <a14:foregroundMark x1="19167" y1="68426" x2="19219" y2="68704"/>
                        <a14:foregroundMark x1="10156" y1="48704" x2="10156" y2="48704"/>
                        <a14:foregroundMark x1="22083" y1="56204" x2="22083" y2="56204"/>
                        <a14:foregroundMark x1="19427" y1="52130" x2="19427" y2="52130"/>
                        <a14:foregroundMark x1="17188" y1="47685" x2="17188" y2="47685"/>
                        <a14:foregroundMark x1="8750" y1="64722" x2="8750" y2="64722"/>
                        <a14:foregroundMark x1="8750" y1="63241" x2="8750" y2="63241"/>
                        <a14:foregroundMark x1="6823" y1="60185" x2="6823" y2="60185"/>
                        <a14:foregroundMark x1="6354" y1="57407" x2="6354" y2="57407"/>
                        <a14:foregroundMark x1="6979" y1="60926" x2="6979" y2="60926"/>
                        <a14:foregroundMark x1="8698" y1="63056" x2="8698" y2="63056"/>
                        <a14:foregroundMark x1="8229" y1="62315" x2="8229" y2="62315"/>
                        <a14:foregroundMark x1="8542" y1="63704" x2="8542" y2="63704"/>
                        <a14:foregroundMark x1="8438" y1="62963" x2="8438" y2="62963"/>
                        <a14:foregroundMark x1="12292" y1="68611" x2="12292" y2="68611"/>
                        <a14:foregroundMark x1="11927" y1="66481" x2="11927" y2="66481"/>
                        <a14:foregroundMark x1="12240" y1="67222" x2="12240" y2="67222"/>
                        <a14:foregroundMark x1="12344" y1="67778" x2="12344" y2="67778"/>
                        <a14:foregroundMark x1="12292" y1="69074" x2="12292" y2="69074"/>
                        <a14:foregroundMark x1="12188" y1="70556" x2="12188" y2="70556"/>
                        <a14:foregroundMark x1="12240" y1="70185" x2="12240" y2="70185"/>
                        <a14:foregroundMark x1="12188" y1="71019" x2="12188" y2="71019"/>
                        <a14:foregroundMark x1="18021" y1="66574" x2="18021" y2="66574"/>
                        <a14:foregroundMark x1="18229" y1="67593" x2="18229" y2="67593"/>
                        <a14:foregroundMark x1="18333" y1="68889" x2="18333" y2="68889"/>
                        <a14:foregroundMark x1="18333" y1="69259" x2="18333" y2="69259"/>
                        <a14:foregroundMark x1="18281" y1="68333" x2="18281" y2="6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2" t="44259" r="75208" b="17222"/>
          <a:stretch/>
        </p:blipFill>
        <p:spPr>
          <a:xfrm>
            <a:off x="734815" y="2374095"/>
            <a:ext cx="2808286" cy="304231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E132B8-DEC7-4E77-928B-C9E21B530130}"/>
              </a:ext>
            </a:extLst>
          </p:cNvPr>
          <p:cNvGrpSpPr/>
          <p:nvPr/>
        </p:nvGrpSpPr>
        <p:grpSpPr>
          <a:xfrm>
            <a:off x="2252089" y="-717641"/>
            <a:ext cx="2865120" cy="4037658"/>
            <a:chOff x="1815291" y="-39347"/>
            <a:chExt cx="2865120" cy="2654054"/>
          </a:xfrm>
        </p:grpSpPr>
        <p:pic>
          <p:nvPicPr>
            <p:cNvPr id="18" name="Picture 17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71CB5AF6-4363-419C-A8F6-22270450CC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584753"/>
              <a:ext cx="2865120" cy="2029954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C30715-E3D2-4C71-9594-6528232B86B2}"/>
                </a:ext>
              </a:extLst>
            </p:cNvPr>
            <p:cNvCxnSpPr>
              <a:cxnSpLocks/>
            </p:cNvCxnSpPr>
            <p:nvPr/>
          </p:nvCxnSpPr>
          <p:spPr>
            <a:xfrm>
              <a:off x="3468461" y="-39347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0999EA-82B2-46DC-B271-0B58B247EAFF}"/>
              </a:ext>
            </a:extLst>
          </p:cNvPr>
          <p:cNvGrpSpPr/>
          <p:nvPr/>
        </p:nvGrpSpPr>
        <p:grpSpPr>
          <a:xfrm>
            <a:off x="3006477" y="-437512"/>
            <a:ext cx="2865120" cy="3086952"/>
            <a:chOff x="1815291" y="342048"/>
            <a:chExt cx="2865120" cy="3086952"/>
          </a:xfrm>
        </p:grpSpPr>
        <p:pic>
          <p:nvPicPr>
            <p:cNvPr id="11" name="Picture 10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5E1DAA89-6A10-4F37-8DB1-26B31CF2E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371140"/>
              <a:ext cx="2865120" cy="305786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568A72-CF17-405E-9A4D-DFB75CE8560D}"/>
                </a:ext>
              </a:extLst>
            </p:cNvPr>
            <p:cNvCxnSpPr>
              <a:cxnSpLocks/>
            </p:cNvCxnSpPr>
            <p:nvPr/>
          </p:nvCxnSpPr>
          <p:spPr>
            <a:xfrm>
              <a:off x="3464789" y="342048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D19F815-8335-49F7-B86A-B77BAA5CF2E4}"/>
              </a:ext>
            </a:extLst>
          </p:cNvPr>
          <p:cNvSpPr/>
          <p:nvPr/>
        </p:nvSpPr>
        <p:spPr>
          <a:xfrm>
            <a:off x="7011613" y="2347415"/>
            <a:ext cx="5353259" cy="3448795"/>
          </a:xfrm>
          <a:custGeom>
            <a:avLst/>
            <a:gdLst>
              <a:gd name="connsiteX0" fmla="*/ 4272761 w 5170887"/>
              <a:gd name="connsiteY0" fmla="*/ 40 h 3903962"/>
              <a:gd name="connsiteX1" fmla="*/ 5136404 w 5170887"/>
              <a:gd name="connsiteY1" fmla="*/ 89666 h 3903962"/>
              <a:gd name="connsiteX2" fmla="*/ 5170887 w 5170887"/>
              <a:gd name="connsiteY2" fmla="*/ 98715 h 3903962"/>
              <a:gd name="connsiteX3" fmla="*/ 5170887 w 5170887"/>
              <a:gd name="connsiteY3" fmla="*/ 2845179 h 3903962"/>
              <a:gd name="connsiteX4" fmla="*/ 84204 w 5170887"/>
              <a:gd name="connsiteY4" fmla="*/ 3903962 h 3903962"/>
              <a:gd name="connsiteX5" fmla="*/ 69163 w 5170887"/>
              <a:gd name="connsiteY5" fmla="*/ 3851642 h 3903962"/>
              <a:gd name="connsiteX6" fmla="*/ 38184 w 5170887"/>
              <a:gd name="connsiteY6" fmla="*/ 3708063 h 3903962"/>
              <a:gd name="connsiteX7" fmla="*/ 3016514 w 5170887"/>
              <a:gd name="connsiteY7" fmla="*/ 135741 h 3903962"/>
              <a:gd name="connsiteX8" fmla="*/ 4272761 w 5170887"/>
              <a:gd name="connsiteY8" fmla="*/ 40 h 390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0887" h="3903962">
                <a:moveTo>
                  <a:pt x="4272761" y="40"/>
                </a:moveTo>
                <a:cubicBezTo>
                  <a:pt x="4574343" y="1242"/>
                  <a:pt x="4864085" y="30120"/>
                  <a:pt x="5136404" y="89666"/>
                </a:cubicBezTo>
                <a:lnTo>
                  <a:pt x="5170887" y="98715"/>
                </a:lnTo>
                <a:lnTo>
                  <a:pt x="5170887" y="2845179"/>
                </a:lnTo>
                <a:lnTo>
                  <a:pt x="84204" y="3903962"/>
                </a:lnTo>
                <a:lnTo>
                  <a:pt x="69163" y="3851642"/>
                </a:lnTo>
                <a:cubicBezTo>
                  <a:pt x="57281" y="3804387"/>
                  <a:pt x="46939" y="3756519"/>
                  <a:pt x="38184" y="3708063"/>
                </a:cubicBezTo>
                <a:cubicBezTo>
                  <a:pt x="-241957" y="2157445"/>
                  <a:pt x="1046324" y="545833"/>
                  <a:pt x="3016514" y="135741"/>
                </a:cubicBezTo>
                <a:cubicBezTo>
                  <a:pt x="3447493" y="46034"/>
                  <a:pt x="3870652" y="-1564"/>
                  <a:pt x="4272761" y="4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0712430-454E-44C9-A432-A6A3185747CF}"/>
              </a:ext>
            </a:extLst>
          </p:cNvPr>
          <p:cNvSpPr/>
          <p:nvPr/>
        </p:nvSpPr>
        <p:spPr>
          <a:xfrm>
            <a:off x="6717604" y="5003800"/>
            <a:ext cx="5647268" cy="1854200"/>
          </a:xfrm>
          <a:custGeom>
            <a:avLst/>
            <a:gdLst>
              <a:gd name="connsiteX0" fmla="*/ 3328097 w 5474396"/>
              <a:gd name="connsiteY0" fmla="*/ 0 h 1854200"/>
              <a:gd name="connsiteX1" fmla="*/ 5456938 w 5474396"/>
              <a:gd name="connsiteY1" fmla="*/ 305613 h 1854200"/>
              <a:gd name="connsiteX2" fmla="*/ 5474396 w 5474396"/>
              <a:gd name="connsiteY2" fmla="*/ 312746 h 1854200"/>
              <a:gd name="connsiteX3" fmla="*/ 5474396 w 5474396"/>
              <a:gd name="connsiteY3" fmla="*/ 1854200 h 1854200"/>
              <a:gd name="connsiteX4" fmla="*/ 5385 w 5474396"/>
              <a:gd name="connsiteY4" fmla="*/ 1854200 h 1854200"/>
              <a:gd name="connsiteX5" fmla="*/ 1674 w 5474396"/>
              <a:gd name="connsiteY5" fmla="*/ 1821641 h 1854200"/>
              <a:gd name="connsiteX6" fmla="*/ 697 w 5474396"/>
              <a:gd name="connsiteY6" fmla="*/ 1733550 h 1854200"/>
              <a:gd name="connsiteX7" fmla="*/ 3328097 w 5474396"/>
              <a:gd name="connsiteY7" fmla="*/ 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74396" h="1854200">
                <a:moveTo>
                  <a:pt x="3328097" y="0"/>
                </a:moveTo>
                <a:cubicBezTo>
                  <a:pt x="4132078" y="0"/>
                  <a:pt x="4876754" y="95079"/>
                  <a:pt x="5456938" y="305613"/>
                </a:cubicBezTo>
                <a:lnTo>
                  <a:pt x="5474396" y="312746"/>
                </a:lnTo>
                <a:lnTo>
                  <a:pt x="5474396" y="1854200"/>
                </a:lnTo>
                <a:lnTo>
                  <a:pt x="5385" y="1854200"/>
                </a:lnTo>
                <a:lnTo>
                  <a:pt x="1674" y="1821641"/>
                </a:lnTo>
                <a:cubicBezTo>
                  <a:pt x="-155" y="1792442"/>
                  <a:pt x="-493" y="1763072"/>
                  <a:pt x="697" y="1733550"/>
                </a:cubicBezTo>
                <a:cubicBezTo>
                  <a:pt x="38797" y="788837"/>
                  <a:pt x="1490425" y="0"/>
                  <a:pt x="3328097" y="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5E1415-03DC-4ADE-B5AF-DF0FE14CFBF4}"/>
              </a:ext>
            </a:extLst>
          </p:cNvPr>
          <p:cNvSpPr/>
          <p:nvPr/>
        </p:nvSpPr>
        <p:spPr>
          <a:xfrm>
            <a:off x="3620910" y="4839503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63000">
                <a:srgbClr val="879307"/>
              </a:gs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38ECE14-3D55-4459-A278-4290A96369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>
            <a:off x="9679899" y="2603229"/>
            <a:ext cx="2525749" cy="3220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9EB49A-395A-4664-B853-D6E78B8FA4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352" b="92963" l="14792" r="36250">
                        <a14:foregroundMark x1="26667" y1="49444" x2="26667" y2="49444"/>
                        <a14:foregroundMark x1="15833" y1="65741" x2="15833" y2="65741"/>
                        <a14:foregroundMark x1="14792" y1="66111" x2="14792" y2="66111"/>
                        <a14:foregroundMark x1="27083" y1="90185" x2="27083" y2="90185"/>
                        <a14:foregroundMark x1="27031" y1="92685" x2="27031" y2="92963"/>
                        <a14:backgroundMark x1="19844" y1="52315" x2="17760" y2="56389"/>
                        <a14:backgroundMark x1="20000" y1="56667" x2="20000" y2="56667"/>
                        <a14:backgroundMark x1="19427" y1="51574" x2="22031" y2="52500"/>
                        <a14:backgroundMark x1="20781" y1="53333" x2="21094" y2="54074"/>
                      </a14:backgroundRemoval>
                    </a14:imgEffect>
                  </a14:imgLayer>
                </a14:imgProps>
              </a:ext>
            </a:extLst>
          </a:blip>
          <a:srcRect l="13864" t="44718" r="61250" b="5454"/>
          <a:stretch/>
        </p:blipFill>
        <p:spPr>
          <a:xfrm>
            <a:off x="2535784" y="3203443"/>
            <a:ext cx="3360117" cy="3784307"/>
          </a:xfrm>
          <a:prstGeom prst="rect">
            <a:avLst/>
          </a:prstGeom>
        </p:spPr>
      </p:pic>
      <p:sp>
        <p:nvSpPr>
          <p:cNvPr id="32" name="Cloud 31">
            <a:extLst>
              <a:ext uri="{FF2B5EF4-FFF2-40B4-BE49-F238E27FC236}">
                <a16:creationId xmlns:a16="http://schemas.microsoft.com/office/drawing/2014/main" id="{7D4A3DC6-5D78-45B0-BF01-3EEA9B1693B5}"/>
              </a:ext>
            </a:extLst>
          </p:cNvPr>
          <p:cNvSpPr/>
          <p:nvPr/>
        </p:nvSpPr>
        <p:spPr>
          <a:xfrm>
            <a:off x="6430483" y="256189"/>
            <a:ext cx="2718360" cy="1027954"/>
          </a:xfrm>
          <a:prstGeom prst="cloud">
            <a:avLst/>
          </a:prstGeom>
          <a:gradFill>
            <a:gsLst>
              <a:gs pos="0">
                <a:srgbClr val="E0EEF1"/>
              </a:gs>
              <a:gs pos="100000">
                <a:srgbClr val="01AE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9D0AF9B8-D69E-4E44-86A9-0341D4373A74}"/>
              </a:ext>
            </a:extLst>
          </p:cNvPr>
          <p:cNvSpPr/>
          <p:nvPr/>
        </p:nvSpPr>
        <p:spPr>
          <a:xfrm rot="10800000">
            <a:off x="407403" y="542394"/>
            <a:ext cx="2718360" cy="1027954"/>
          </a:xfrm>
          <a:prstGeom prst="cloud">
            <a:avLst/>
          </a:prstGeom>
          <a:gradFill>
            <a:gsLst>
              <a:gs pos="0">
                <a:srgbClr val="01AEF0"/>
              </a:gs>
              <a:gs pos="100000">
                <a:srgbClr val="E0E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2F3478-F171-439E-AA09-8BF86E07DB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 flipH="1">
            <a:off x="-17847" y="2710622"/>
            <a:ext cx="2564624" cy="322027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F2B114-EABC-412E-90F0-9505830383B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7604" y1="87870" x2="67969" y2="88241"/>
                        <a14:foregroundMark x1="69063" y1="89074" x2="69844" y2="88704"/>
                        <a14:foregroundMark x1="64323" y1="85648" x2="64323" y2="856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>
            <a:off x="7035917" y="5427982"/>
            <a:ext cx="1654900" cy="15936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81EEEB-4A4E-4736-8F65-AC27392DFD5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889" b="46204" l="73750" r="94844">
                        <a14:foregroundMark x1="82500" y1="42037" x2="85208" y2="42130"/>
                        <a14:foregroundMark x1="79167" y1="44074" x2="80781" y2="42685"/>
                        <a14:foregroundMark x1="77813" y1="43241" x2="78854" y2="41759"/>
                        <a14:foregroundMark x1="77865" y1="45000" x2="77865" y2="45000"/>
                        <a14:foregroundMark x1="88542" y1="39444" x2="91146" y2="40000"/>
                        <a14:foregroundMark x1="93698" y1="28148" x2="94219" y2="34722"/>
                        <a14:foregroundMark x1="94323" y1="43796" x2="94479" y2="38148"/>
                        <a14:foregroundMark x1="82448" y1="38611" x2="86615" y2="36481"/>
                        <a14:foregroundMark x1="92969" y1="18056" x2="93281" y2="23981"/>
                        <a14:foregroundMark x1="94844" y1="10370" x2="94844" y2="10370"/>
                        <a14:foregroundMark x1="84219" y1="42685" x2="87188" y2="41481"/>
                        <a14:foregroundMark x1="77344" y1="46204" x2="77344" y2="46204"/>
                        <a14:foregroundMark x1="91719" y1="9444" x2="91719" y2="9444"/>
                      </a14:backgroundRemoval>
                    </a14:imgEffect>
                  </a14:imgLayer>
                </a14:imgProps>
              </a:ext>
            </a:extLst>
          </a:blip>
          <a:srcRect l="71638" t="4953" r="4862" b="53043"/>
          <a:stretch/>
        </p:blipFill>
        <p:spPr>
          <a:xfrm>
            <a:off x="9542486" y="-183337"/>
            <a:ext cx="2666512" cy="2680945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62FF1AF-E7FD-40ED-8B92-4772FE9F7094}"/>
              </a:ext>
            </a:extLst>
          </p:cNvPr>
          <p:cNvGrpSpPr/>
          <p:nvPr/>
        </p:nvGrpSpPr>
        <p:grpSpPr>
          <a:xfrm>
            <a:off x="4135282" y="1264542"/>
            <a:ext cx="6432480" cy="3137953"/>
            <a:chOff x="4553814" y="951594"/>
            <a:chExt cx="6432480" cy="313795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634CE05-6272-4D6C-90E7-077FAFE9C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8576" b="54601" l="56131" r="65654">
                          <a14:foregroundMark x1="57500" y1="22778" x2="57500" y2="22778"/>
                          <a14:foregroundMark x1="59479" y1="21296" x2="59740" y2="21296"/>
                          <a14:foregroundMark x1="60260" y1="21389" x2="60469" y2="21481"/>
                          <a14:foregroundMark x1="61042" y1="21481" x2="61302" y2="21667"/>
                          <a14:foregroundMark x1="59844" y1="23056" x2="59844" y2="23056"/>
                          <a14:foregroundMark x1="58229" y1="21389" x2="58229" y2="21389"/>
                          <a14:foregroundMark x1="57969" y1="22130" x2="57969" y2="22130"/>
                          <a14:foregroundMark x1="58958" y1="21389" x2="58958" y2="21389"/>
                          <a14:foregroundMark x1="61771" y1="21481" x2="61771" y2="21481"/>
                          <a14:foregroundMark x1="62344" y1="22037" x2="62500" y2="22130"/>
                          <a14:foregroundMark x1="63438" y1="24907" x2="63438" y2="24907"/>
                          <a14:foregroundMark x1="63021" y1="23056" x2="63021" y2="23056"/>
                          <a14:foregroundMark x1="63281" y1="23981" x2="63281" y2="23981"/>
                          <a14:foregroundMark x1="56979" y1="51667" x2="56979" y2="51667"/>
                          <a14:foregroundMark x1="58177" y1="53333" x2="58177" y2="53333"/>
                          <a14:foregroundMark x1="63646" y1="52593" x2="63646" y2="52593"/>
                          <a14:foregroundMark x1="63594" y1="50741" x2="63594" y2="50741"/>
                          <a14:foregroundMark x1="63750" y1="52870" x2="63750" y2="52870"/>
                          <a14:foregroundMark x1="63906" y1="52778" x2="63906" y2="52778"/>
                          <a14:foregroundMark x1="63854" y1="51852" x2="63854" y2="51852"/>
                          <a14:foregroundMark x1="63646" y1="50278" x2="63646" y2="50278"/>
                          <a14:foregroundMark x1="63385" y1="48611" x2="63385" y2="48611"/>
                          <a14:foregroundMark x1="63542" y1="35278" x2="63542" y2="35278"/>
                          <a14:foregroundMark x1="63490" y1="32778" x2="63490" y2="32778"/>
                          <a14:foregroundMark x1="63490" y1="29537" x2="63490" y2="29537"/>
                          <a14:foregroundMark x1="63490" y1="27963" x2="63438" y2="29167"/>
                          <a14:foregroundMark x1="63281" y1="26389" x2="63333" y2="26759"/>
                          <a14:backgroundMark x1="57188" y1="20000" x2="57865" y2="20370"/>
                          <a14:backgroundMark x1="60938" y1="20556" x2="62083" y2="20648"/>
                          <a14:backgroundMark x1="57396" y1="20463" x2="57969" y2="19722"/>
                          <a14:backgroundMark x1="57396" y1="21204" x2="57396" y2="21204"/>
                          <a14:backgroundMark x1="57240" y1="21759" x2="57240" y2="21759"/>
                          <a14:backgroundMark x1="57083" y1="22315" x2="57083" y2="22315"/>
                          <a14:backgroundMark x1="56875" y1="22963" x2="56875" y2="22963"/>
                          <a14:backgroundMark x1="62500" y1="20556" x2="62500" y2="20556"/>
                          <a14:backgroundMark x1="58490" y1="20000" x2="58542" y2="20000"/>
                          <a14:backgroundMark x1="58698" y1="20093" x2="59844" y2="20093"/>
                          <a14:backgroundMark x1="63854" y1="22407" x2="64375" y2="23241"/>
                          <a14:backgroundMark x1="64286" y1="26345" x2="64323" y2="27037"/>
                          <a14:backgroundMark x1="64219" y1="25093" x2="64265" y2="25960"/>
                          <a14:backgroundMark x1="64167" y1="29167" x2="64271" y2="30926"/>
                          <a14:backgroundMark x1="64291" y1="32778" x2="64323" y2="34352"/>
                          <a14:backgroundMark x1="64271" y1="31759" x2="64291" y2="32778"/>
                          <a14:backgroundMark x1="64271" y1="35463" x2="64323" y2="40185"/>
                          <a14:backgroundMark x1="64373" y1="48611" x2="64427" y2="50093"/>
                          <a14:backgroundMark x1="64271" y1="45833" x2="64373" y2="48611"/>
                          <a14:backgroundMark x1="63854" y1="40463" x2="64063" y2="45000"/>
                        </a14:backgroundRemoval>
                      </a14:imgEffect>
                    </a14:imgLayer>
                  </a14:imgProps>
                </a:ext>
              </a:extLst>
            </a:blip>
            <a:srcRect l="54941" t="14073" r="33156" b="40896"/>
            <a:stretch/>
          </p:blipFill>
          <p:spPr>
            <a:xfrm>
              <a:off x="8925067" y="1001342"/>
              <a:ext cx="1451186" cy="3088205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8526C0-D589-4293-B1EC-941B0197CE41}"/>
                </a:ext>
              </a:extLst>
            </p:cNvPr>
            <p:cNvGrpSpPr/>
            <p:nvPr/>
          </p:nvGrpSpPr>
          <p:grpSpPr>
            <a:xfrm>
              <a:off x="4553814" y="1037056"/>
              <a:ext cx="6432480" cy="2583922"/>
              <a:chOff x="5214410" y="1543270"/>
              <a:chExt cx="6432480" cy="2583922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E141E76-F3E1-4A37-AFB5-87ED07989EB8}"/>
                  </a:ext>
                </a:extLst>
              </p:cNvPr>
              <p:cNvGrpSpPr/>
              <p:nvPr/>
            </p:nvGrpSpPr>
            <p:grpSpPr>
              <a:xfrm>
                <a:off x="5214410" y="1593257"/>
                <a:ext cx="6432480" cy="2533935"/>
                <a:chOff x="5509824" y="1413909"/>
                <a:chExt cx="4620046" cy="2533935"/>
              </a:xfrm>
              <a:noFill/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1185AB7-A6E9-4261-8E07-ECEAE65ACCDD}"/>
                    </a:ext>
                  </a:extLst>
                </p:cNvPr>
                <p:cNvSpPr txBox="1"/>
                <p:nvPr/>
              </p:nvSpPr>
              <p:spPr>
                <a:xfrm>
                  <a:off x="5509824" y="1413909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 dirty="0" err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Môn</a:t>
                  </a:r>
                  <a:endParaRPr lang="en-US" sz="9600" b="1">
                    <a:ln w="38100">
                      <a:noFill/>
                    </a:ln>
                    <a:solidFill>
                      <a:srgbClr val="FBECC6"/>
                    </a:solidFill>
                    <a:latin typeface="Paytone One" panose="00000500000000000000" pitchFamily="2" charset="-93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444A08-3269-413F-BDC8-1E43989FFD40}"/>
                    </a:ext>
                  </a:extLst>
                </p:cNvPr>
                <p:cNvSpPr txBox="1"/>
                <p:nvPr/>
              </p:nvSpPr>
              <p:spPr>
                <a:xfrm>
                  <a:off x="5689153" y="2378184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AF284B4-BC0E-4741-B304-876C3C716185}"/>
                  </a:ext>
                </a:extLst>
              </p:cNvPr>
              <p:cNvGrpSpPr/>
              <p:nvPr/>
            </p:nvGrpSpPr>
            <p:grpSpPr>
              <a:xfrm>
                <a:off x="6049232" y="1543270"/>
                <a:ext cx="4683488" cy="2531509"/>
                <a:chOff x="6585445" y="2133366"/>
                <a:chExt cx="4683488" cy="2531509"/>
              </a:xfrm>
              <a:noFill/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216584-A1A6-4CD9-ADF3-DCC3628C6BA9}"/>
                    </a:ext>
                  </a:extLst>
                </p:cNvPr>
                <p:cNvSpPr txBox="1"/>
                <p:nvPr/>
              </p:nvSpPr>
              <p:spPr>
                <a:xfrm>
                  <a:off x="6585445" y="2133366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13396DC-9E9F-4731-A745-5CD9F6ABFDF4}"/>
                    </a:ext>
                  </a:extLst>
                </p:cNvPr>
                <p:cNvSpPr txBox="1"/>
                <p:nvPr/>
              </p:nvSpPr>
              <p:spPr>
                <a:xfrm>
                  <a:off x="6828216" y="3095215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A348642-FE3F-4696-BCC2-FEA4C10EFCB8}"/>
                </a:ext>
              </a:extLst>
            </p:cNvPr>
            <p:cNvSpPr/>
            <p:nvPr/>
          </p:nvSpPr>
          <p:spPr>
            <a:xfrm>
              <a:off x="8728228" y="951594"/>
              <a:ext cx="830746" cy="708127"/>
            </a:xfrm>
            <a:custGeom>
              <a:avLst/>
              <a:gdLst>
                <a:gd name="connsiteX0" fmla="*/ 0 w 845574"/>
                <a:gd name="connsiteY0" fmla="*/ 572859 h 572859"/>
                <a:gd name="connsiteX1" fmla="*/ 186813 w 845574"/>
                <a:gd name="connsiteY1" fmla="*/ 71414 h 572859"/>
                <a:gd name="connsiteX2" fmla="*/ 344129 w 845574"/>
                <a:gd name="connsiteY2" fmla="*/ 2588 h 572859"/>
                <a:gd name="connsiteX3" fmla="*/ 629265 w 845574"/>
                <a:gd name="connsiteY3" fmla="*/ 61582 h 572859"/>
                <a:gd name="connsiteX4" fmla="*/ 786581 w 845574"/>
                <a:gd name="connsiteY4" fmla="*/ 336885 h 572859"/>
                <a:gd name="connsiteX5" fmla="*/ 845574 w 845574"/>
                <a:gd name="connsiteY5" fmla="*/ 435207 h 572859"/>
                <a:gd name="connsiteX0" fmla="*/ 0 w 845574"/>
                <a:gd name="connsiteY0" fmla="*/ 698107 h 698107"/>
                <a:gd name="connsiteX1" fmla="*/ 186813 w 845574"/>
                <a:gd name="connsiteY1" fmla="*/ 196662 h 698107"/>
                <a:gd name="connsiteX2" fmla="*/ 353961 w 845574"/>
                <a:gd name="connsiteY2" fmla="*/ 17 h 698107"/>
                <a:gd name="connsiteX3" fmla="*/ 629265 w 845574"/>
                <a:gd name="connsiteY3" fmla="*/ 186830 h 698107"/>
                <a:gd name="connsiteX4" fmla="*/ 786581 w 845574"/>
                <a:gd name="connsiteY4" fmla="*/ 462133 h 698107"/>
                <a:gd name="connsiteX5" fmla="*/ 845574 w 845574"/>
                <a:gd name="connsiteY5" fmla="*/ 560455 h 698107"/>
                <a:gd name="connsiteX0" fmla="*/ 0 w 845574"/>
                <a:gd name="connsiteY0" fmla="*/ 629301 h 629301"/>
                <a:gd name="connsiteX1" fmla="*/ 186813 w 845574"/>
                <a:gd name="connsiteY1" fmla="*/ 127856 h 629301"/>
                <a:gd name="connsiteX2" fmla="*/ 344129 w 845574"/>
                <a:gd name="connsiteY2" fmla="*/ 37 h 629301"/>
                <a:gd name="connsiteX3" fmla="*/ 629265 w 845574"/>
                <a:gd name="connsiteY3" fmla="*/ 118024 h 629301"/>
                <a:gd name="connsiteX4" fmla="*/ 786581 w 845574"/>
                <a:gd name="connsiteY4" fmla="*/ 393327 h 629301"/>
                <a:gd name="connsiteX5" fmla="*/ 845574 w 845574"/>
                <a:gd name="connsiteY5" fmla="*/ 491649 h 629301"/>
                <a:gd name="connsiteX0" fmla="*/ 0 w 845574"/>
                <a:gd name="connsiteY0" fmla="*/ 630130 h 630130"/>
                <a:gd name="connsiteX1" fmla="*/ 186813 w 845574"/>
                <a:gd name="connsiteY1" fmla="*/ 128685 h 630130"/>
                <a:gd name="connsiteX2" fmla="*/ 344129 w 845574"/>
                <a:gd name="connsiteY2" fmla="*/ 866 h 630130"/>
                <a:gd name="connsiteX3" fmla="*/ 609601 w 845574"/>
                <a:gd name="connsiteY3" fmla="*/ 168014 h 630130"/>
                <a:gd name="connsiteX4" fmla="*/ 786581 w 845574"/>
                <a:gd name="connsiteY4" fmla="*/ 394156 h 630130"/>
                <a:gd name="connsiteX5" fmla="*/ 845574 w 845574"/>
                <a:gd name="connsiteY5" fmla="*/ 492478 h 630130"/>
                <a:gd name="connsiteX0" fmla="*/ 0 w 845574"/>
                <a:gd name="connsiteY0" fmla="*/ 630933 h 630933"/>
                <a:gd name="connsiteX1" fmla="*/ 186813 w 845574"/>
                <a:gd name="connsiteY1" fmla="*/ 129488 h 630933"/>
                <a:gd name="connsiteX2" fmla="*/ 344129 w 845574"/>
                <a:gd name="connsiteY2" fmla="*/ 1669 h 630933"/>
                <a:gd name="connsiteX3" fmla="*/ 688259 w 845574"/>
                <a:gd name="connsiteY3" fmla="*/ 80326 h 630933"/>
                <a:gd name="connsiteX4" fmla="*/ 786581 w 845574"/>
                <a:gd name="connsiteY4" fmla="*/ 394959 h 630933"/>
                <a:gd name="connsiteX5" fmla="*/ 845574 w 845574"/>
                <a:gd name="connsiteY5" fmla="*/ 493281 h 630933"/>
                <a:gd name="connsiteX0" fmla="*/ 0 w 845574"/>
                <a:gd name="connsiteY0" fmla="*/ 708460 h 708460"/>
                <a:gd name="connsiteX1" fmla="*/ 186813 w 845574"/>
                <a:gd name="connsiteY1" fmla="*/ 207015 h 708460"/>
                <a:gd name="connsiteX2" fmla="*/ 344129 w 845574"/>
                <a:gd name="connsiteY2" fmla="*/ 538 h 708460"/>
                <a:gd name="connsiteX3" fmla="*/ 688259 w 845574"/>
                <a:gd name="connsiteY3" fmla="*/ 157853 h 708460"/>
                <a:gd name="connsiteX4" fmla="*/ 786581 w 845574"/>
                <a:gd name="connsiteY4" fmla="*/ 472486 h 708460"/>
                <a:gd name="connsiteX5" fmla="*/ 845574 w 845574"/>
                <a:gd name="connsiteY5" fmla="*/ 570808 h 708460"/>
                <a:gd name="connsiteX0" fmla="*/ 0 w 845574"/>
                <a:gd name="connsiteY0" fmla="*/ 708129 h 708129"/>
                <a:gd name="connsiteX1" fmla="*/ 127820 w 845574"/>
                <a:gd name="connsiteY1" fmla="*/ 187019 h 708129"/>
                <a:gd name="connsiteX2" fmla="*/ 344129 w 845574"/>
                <a:gd name="connsiteY2" fmla="*/ 207 h 708129"/>
                <a:gd name="connsiteX3" fmla="*/ 688259 w 845574"/>
                <a:gd name="connsiteY3" fmla="*/ 157522 h 708129"/>
                <a:gd name="connsiteX4" fmla="*/ 786581 w 845574"/>
                <a:gd name="connsiteY4" fmla="*/ 472155 h 708129"/>
                <a:gd name="connsiteX5" fmla="*/ 845574 w 845574"/>
                <a:gd name="connsiteY5" fmla="*/ 570477 h 708129"/>
                <a:gd name="connsiteX0" fmla="*/ 0 w 845574"/>
                <a:gd name="connsiteY0" fmla="*/ 708287 h 708287"/>
                <a:gd name="connsiteX1" fmla="*/ 127820 w 845574"/>
                <a:gd name="connsiteY1" fmla="*/ 187177 h 708287"/>
                <a:gd name="connsiteX2" fmla="*/ 344129 w 845574"/>
                <a:gd name="connsiteY2" fmla="*/ 365 h 708287"/>
                <a:gd name="connsiteX3" fmla="*/ 688259 w 845574"/>
                <a:gd name="connsiteY3" fmla="*/ 157680 h 708287"/>
                <a:gd name="connsiteX4" fmla="*/ 786581 w 845574"/>
                <a:gd name="connsiteY4" fmla="*/ 472313 h 708287"/>
                <a:gd name="connsiteX5" fmla="*/ 845574 w 845574"/>
                <a:gd name="connsiteY5" fmla="*/ 570635 h 708287"/>
                <a:gd name="connsiteX0" fmla="*/ 0 w 830746"/>
                <a:gd name="connsiteY0" fmla="*/ 708287 h 708287"/>
                <a:gd name="connsiteX1" fmla="*/ 127820 w 830746"/>
                <a:gd name="connsiteY1" fmla="*/ 187177 h 708287"/>
                <a:gd name="connsiteX2" fmla="*/ 344129 w 830746"/>
                <a:gd name="connsiteY2" fmla="*/ 365 h 708287"/>
                <a:gd name="connsiteX3" fmla="*/ 688259 w 830746"/>
                <a:gd name="connsiteY3" fmla="*/ 157680 h 708287"/>
                <a:gd name="connsiteX4" fmla="*/ 786581 w 830746"/>
                <a:gd name="connsiteY4" fmla="*/ 472313 h 708287"/>
                <a:gd name="connsiteX5" fmla="*/ 830746 w 830746"/>
                <a:gd name="connsiteY5" fmla="*/ 575578 h 70828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0746" h="708127">
                  <a:moveTo>
                    <a:pt x="0" y="708127"/>
                  </a:moveTo>
                  <a:cubicBezTo>
                    <a:pt x="64729" y="504927"/>
                    <a:pt x="70465" y="305004"/>
                    <a:pt x="127820" y="187017"/>
                  </a:cubicBezTo>
                  <a:cubicBezTo>
                    <a:pt x="185175" y="69030"/>
                    <a:pt x="250723" y="5121"/>
                    <a:pt x="344129" y="205"/>
                  </a:cubicBezTo>
                  <a:cubicBezTo>
                    <a:pt x="437535" y="-4711"/>
                    <a:pt x="611634" y="79686"/>
                    <a:pt x="688259" y="157520"/>
                  </a:cubicBezTo>
                  <a:cubicBezTo>
                    <a:pt x="764884" y="235354"/>
                    <a:pt x="787600" y="387640"/>
                    <a:pt x="803880" y="467210"/>
                  </a:cubicBezTo>
                  <a:cubicBezTo>
                    <a:pt x="825103" y="541837"/>
                    <a:pt x="824191" y="557392"/>
                    <a:pt x="830746" y="575418"/>
                  </a:cubicBezTo>
                </a:path>
              </a:pathLst>
            </a:custGeom>
            <a:noFill/>
            <a:ln w="28575">
              <a:solidFill>
                <a:srgbClr val="4B24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136FEEA-8099-4580-97D2-9F025F931D95}"/>
              </a:ext>
            </a:extLst>
          </p:cNvPr>
          <p:cNvSpPr/>
          <p:nvPr/>
        </p:nvSpPr>
        <p:spPr>
          <a:xfrm>
            <a:off x="6258016" y="4506495"/>
            <a:ext cx="3119377" cy="904532"/>
          </a:xfrm>
          <a:prstGeom prst="roundRect">
            <a:avLst>
              <a:gd name="adj" fmla="val 37798"/>
            </a:avLst>
          </a:prstGeom>
          <a:gradFill>
            <a:gsLst>
              <a:gs pos="0">
                <a:srgbClr val="28C9FE"/>
              </a:gs>
              <a:gs pos="100000">
                <a:srgbClr val="008CF8"/>
              </a:gs>
            </a:gsLst>
            <a:lin ang="5400000" scaled="1"/>
          </a:gradFill>
          <a:ln w="28575">
            <a:solidFill>
              <a:srgbClr val="008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31C172-172C-4D46-87EA-91CC1699A0EC}"/>
              </a:ext>
            </a:extLst>
          </p:cNvPr>
          <p:cNvGrpSpPr/>
          <p:nvPr/>
        </p:nvGrpSpPr>
        <p:grpSpPr>
          <a:xfrm>
            <a:off x="5611394" y="4359431"/>
            <a:ext cx="1204617" cy="1173524"/>
            <a:chOff x="5611394" y="4359431"/>
            <a:chExt cx="1204617" cy="1173524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1BEDDA93-2C72-4ED4-9657-09C7785B34DC}"/>
                </a:ext>
              </a:extLst>
            </p:cNvPr>
            <p:cNvSpPr/>
            <p:nvPr/>
          </p:nvSpPr>
          <p:spPr>
            <a:xfrm>
              <a:off x="5639073" y="4383773"/>
              <a:ext cx="1146250" cy="1117433"/>
            </a:xfrm>
            <a:prstGeom prst="roundRect">
              <a:avLst>
                <a:gd name="adj" fmla="val 19882"/>
              </a:avLst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290" b="-1290"/>
              </a:stretch>
            </a:blipFill>
            <a:ln w="76200">
              <a:solidFill>
                <a:srgbClr val="6F4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F4ED887-B4BE-4422-9129-63E471B5F8EC}"/>
                </a:ext>
              </a:extLst>
            </p:cNvPr>
            <p:cNvSpPr/>
            <p:nvPr/>
          </p:nvSpPr>
          <p:spPr>
            <a:xfrm>
              <a:off x="5751281" y="4385458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8AB6BF4-7051-4A68-A1A8-595AA4E8898A}"/>
                </a:ext>
              </a:extLst>
            </p:cNvPr>
            <p:cNvSpPr/>
            <p:nvPr/>
          </p:nvSpPr>
          <p:spPr>
            <a:xfrm>
              <a:off x="5892940" y="4359432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BA29158-DAF9-410E-A3EE-15F1A2890F12}"/>
                </a:ext>
              </a:extLst>
            </p:cNvPr>
            <p:cNvSpPr/>
            <p:nvPr/>
          </p:nvSpPr>
          <p:spPr>
            <a:xfrm>
              <a:off x="6034765" y="4374297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80D0490-C4DF-4460-98DF-644277E6802A}"/>
                </a:ext>
              </a:extLst>
            </p:cNvPr>
            <p:cNvSpPr/>
            <p:nvPr/>
          </p:nvSpPr>
          <p:spPr>
            <a:xfrm>
              <a:off x="6169666" y="4359431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7CCECA9-1A6A-4953-A9A0-2C0C690AFDA2}"/>
                </a:ext>
              </a:extLst>
            </p:cNvPr>
            <p:cNvSpPr/>
            <p:nvPr/>
          </p:nvSpPr>
          <p:spPr>
            <a:xfrm>
              <a:off x="6283148" y="4374296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DEC0114-5F0A-46AC-994B-C1AC605450DE}"/>
                </a:ext>
              </a:extLst>
            </p:cNvPr>
            <p:cNvSpPr/>
            <p:nvPr/>
          </p:nvSpPr>
          <p:spPr>
            <a:xfrm>
              <a:off x="6397559" y="4360635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1A14D25-2160-46FC-9433-A0A748207238}"/>
                </a:ext>
              </a:extLst>
            </p:cNvPr>
            <p:cNvSpPr/>
            <p:nvPr/>
          </p:nvSpPr>
          <p:spPr>
            <a:xfrm>
              <a:off x="6547019" y="437059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F7EDF2D-C281-4F1A-8C02-B20ABB03CE83}"/>
                </a:ext>
              </a:extLst>
            </p:cNvPr>
            <p:cNvSpPr/>
            <p:nvPr/>
          </p:nvSpPr>
          <p:spPr>
            <a:xfrm>
              <a:off x="6668911" y="4402495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C287194-1D43-465F-B017-A06A7D6A1A89}"/>
                </a:ext>
              </a:extLst>
            </p:cNvPr>
            <p:cNvSpPr/>
            <p:nvPr/>
          </p:nvSpPr>
          <p:spPr>
            <a:xfrm>
              <a:off x="6737625" y="4486190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D2DC1A8-A923-4B61-A7FE-8CC5B39B8EC0}"/>
                </a:ext>
              </a:extLst>
            </p:cNvPr>
            <p:cNvSpPr/>
            <p:nvPr/>
          </p:nvSpPr>
          <p:spPr>
            <a:xfrm>
              <a:off x="6770292" y="4608273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E9B3A18-166A-43AE-9841-187E72135B2B}"/>
                </a:ext>
              </a:extLst>
            </p:cNvPr>
            <p:cNvSpPr/>
            <p:nvPr/>
          </p:nvSpPr>
          <p:spPr>
            <a:xfrm>
              <a:off x="6760484" y="471146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D297E04-4995-4C87-A30D-CFC85C61263E}"/>
                </a:ext>
              </a:extLst>
            </p:cNvPr>
            <p:cNvSpPr/>
            <p:nvPr/>
          </p:nvSpPr>
          <p:spPr>
            <a:xfrm>
              <a:off x="6763215" y="4833550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7D70301-7C5A-48DD-B630-328F3E92CAFA}"/>
                </a:ext>
              </a:extLst>
            </p:cNvPr>
            <p:cNvSpPr/>
            <p:nvPr/>
          </p:nvSpPr>
          <p:spPr>
            <a:xfrm>
              <a:off x="5666236" y="4461313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8FEBC49-8BEA-4BA7-A3A4-C80286A1217D}"/>
                </a:ext>
              </a:extLst>
            </p:cNvPr>
            <p:cNvSpPr/>
            <p:nvPr/>
          </p:nvSpPr>
          <p:spPr>
            <a:xfrm>
              <a:off x="5618193" y="4659285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4DF8316-7FB4-4AA0-B0FF-A479A88FD784}"/>
                </a:ext>
              </a:extLst>
            </p:cNvPr>
            <p:cNvSpPr/>
            <p:nvPr/>
          </p:nvSpPr>
          <p:spPr>
            <a:xfrm>
              <a:off x="5618193" y="477998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DA5D35C-80B1-4D8A-955B-B9350AC35CB9}"/>
                </a:ext>
              </a:extLst>
            </p:cNvPr>
            <p:cNvSpPr/>
            <p:nvPr/>
          </p:nvSpPr>
          <p:spPr>
            <a:xfrm>
              <a:off x="5613766" y="454802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369CED3-21F6-47C4-8A44-D385592ABB31}"/>
                </a:ext>
              </a:extLst>
            </p:cNvPr>
            <p:cNvSpPr/>
            <p:nvPr/>
          </p:nvSpPr>
          <p:spPr>
            <a:xfrm>
              <a:off x="5611394" y="490910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4ABF71-8DBE-44EC-8B87-66848A9D34F3}"/>
                </a:ext>
              </a:extLst>
            </p:cNvPr>
            <p:cNvSpPr/>
            <p:nvPr/>
          </p:nvSpPr>
          <p:spPr>
            <a:xfrm>
              <a:off x="6689067" y="5430857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593E1D0-DF14-43FA-9B23-5CC3B306F879}"/>
                </a:ext>
              </a:extLst>
            </p:cNvPr>
            <p:cNvSpPr/>
            <p:nvPr/>
          </p:nvSpPr>
          <p:spPr>
            <a:xfrm>
              <a:off x="6759681" y="4954767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F0E5171-B194-457F-A9FF-D70DED2AB0E1}"/>
                </a:ext>
              </a:extLst>
            </p:cNvPr>
            <p:cNvSpPr/>
            <p:nvPr/>
          </p:nvSpPr>
          <p:spPr>
            <a:xfrm>
              <a:off x="5618790" y="5031202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D1DC80E-8A5D-4EB3-8977-5C090F388CCA}"/>
                </a:ext>
              </a:extLst>
            </p:cNvPr>
            <p:cNvSpPr/>
            <p:nvPr/>
          </p:nvSpPr>
          <p:spPr>
            <a:xfrm>
              <a:off x="6770292" y="508289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4187CBC-5979-4B25-A53C-7F4DC94B2D31}"/>
                </a:ext>
              </a:extLst>
            </p:cNvPr>
            <p:cNvSpPr/>
            <p:nvPr/>
          </p:nvSpPr>
          <p:spPr>
            <a:xfrm>
              <a:off x="5611394" y="5147749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49CB76A-FD3C-4564-8FD1-94FD2634FD05}"/>
                </a:ext>
              </a:extLst>
            </p:cNvPr>
            <p:cNvSpPr/>
            <p:nvPr/>
          </p:nvSpPr>
          <p:spPr>
            <a:xfrm>
              <a:off x="5618193" y="5268337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ADDDE20-8D2C-43FC-9751-D48A1EA72920}"/>
                </a:ext>
              </a:extLst>
            </p:cNvPr>
            <p:cNvSpPr/>
            <p:nvPr/>
          </p:nvSpPr>
          <p:spPr>
            <a:xfrm>
              <a:off x="6770291" y="5198728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3271320-6AC6-49AF-A317-1C5C0ADD47B0}"/>
                </a:ext>
              </a:extLst>
            </p:cNvPr>
            <p:cNvSpPr/>
            <p:nvPr/>
          </p:nvSpPr>
          <p:spPr>
            <a:xfrm>
              <a:off x="5669738" y="539906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0894807-7311-4EBE-AA29-555159C4F526}"/>
                </a:ext>
              </a:extLst>
            </p:cNvPr>
            <p:cNvSpPr/>
            <p:nvPr/>
          </p:nvSpPr>
          <p:spPr>
            <a:xfrm>
              <a:off x="6747958" y="5315761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5F16D16-A213-4651-BF01-B0133B9BE97E}"/>
                </a:ext>
              </a:extLst>
            </p:cNvPr>
            <p:cNvSpPr/>
            <p:nvPr/>
          </p:nvSpPr>
          <p:spPr>
            <a:xfrm>
              <a:off x="5931463" y="548723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834B8BA-7781-43DB-8AE9-1054C4D20F12}"/>
                </a:ext>
              </a:extLst>
            </p:cNvPr>
            <p:cNvSpPr/>
            <p:nvPr/>
          </p:nvSpPr>
          <p:spPr>
            <a:xfrm>
              <a:off x="5784633" y="5473268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BB41673-2534-4450-910F-A8FD0BE2968C}"/>
                </a:ext>
              </a:extLst>
            </p:cNvPr>
            <p:cNvSpPr/>
            <p:nvPr/>
          </p:nvSpPr>
          <p:spPr>
            <a:xfrm>
              <a:off x="6086750" y="548279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B555A70-D5A9-44BC-AE49-F7B0F302EB11}"/>
                </a:ext>
              </a:extLst>
            </p:cNvPr>
            <p:cNvSpPr/>
            <p:nvPr/>
          </p:nvSpPr>
          <p:spPr>
            <a:xfrm>
              <a:off x="6262606" y="548279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719F363-CF75-4A25-8D43-150896209C06}"/>
                </a:ext>
              </a:extLst>
            </p:cNvPr>
            <p:cNvSpPr/>
            <p:nvPr/>
          </p:nvSpPr>
          <p:spPr>
            <a:xfrm>
              <a:off x="6395034" y="5469139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290E5B7-0B63-42C9-80A0-020D2A93E439}"/>
                </a:ext>
              </a:extLst>
            </p:cNvPr>
            <p:cNvSpPr/>
            <p:nvPr/>
          </p:nvSpPr>
          <p:spPr>
            <a:xfrm>
              <a:off x="6560734" y="5475792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4600AF6-B55B-4811-8FCF-94C4D26AB458}"/>
              </a:ext>
            </a:extLst>
          </p:cNvPr>
          <p:cNvGrpSpPr/>
          <p:nvPr/>
        </p:nvGrpSpPr>
        <p:grpSpPr>
          <a:xfrm>
            <a:off x="7102943" y="4678088"/>
            <a:ext cx="2038219" cy="679775"/>
            <a:chOff x="1786909" y="513443"/>
            <a:chExt cx="2038219" cy="67977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C165387-F4A9-43D1-95E2-8A0A6E606297}"/>
                </a:ext>
              </a:extLst>
            </p:cNvPr>
            <p:cNvSpPr txBox="1"/>
            <p:nvPr/>
          </p:nvSpPr>
          <p:spPr>
            <a:xfrm>
              <a:off x="1807707" y="546887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55A6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0055A6"/>
                </a:solidFill>
                <a:latin typeface="Lobster" panose="020F0502020204030204" pitchFamily="2" charset="-93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12825B-FA7C-4772-B507-8B6234815458}"/>
                </a:ext>
              </a:extLst>
            </p:cNvPr>
            <p:cNvSpPr txBox="1"/>
            <p:nvPr/>
          </p:nvSpPr>
          <p:spPr>
            <a:xfrm>
              <a:off x="1786909" y="513443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FFFF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FFFFFF"/>
                </a:solidFill>
                <a:latin typeface="Lobster" panose="020F0502020204030204" pitchFamily="2" charset="-93"/>
              </a:endParaRP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1FCBE86C-04AD-4D76-ABF8-F995BF6FF51E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alphaModFix amt="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4323" y1="85648" x2="64323" y2="85648"/>
                        <a14:backgroundMark x1="66094" y1="86852" x2="66250" y2="87222"/>
                        <a14:backgroundMark x1="69323" y1="89167" x2="70521" y2="89074"/>
                        <a14:backgroundMark x1="66094" y1="87593" x2="66563" y2="88333"/>
                        <a14:backgroundMark x1="66042" y1="86204" x2="66823" y2="87593"/>
                        <a14:backgroundMark x1="67604" y1="88056" x2="67865" y2="881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 rot="6678844">
            <a:off x="11229463" y="126313"/>
            <a:ext cx="851581" cy="820047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3511791A-AF9C-44A5-99EC-A25E462F09B1}"/>
              </a:ext>
            </a:extLst>
          </p:cNvPr>
          <p:cNvGrpSpPr/>
          <p:nvPr/>
        </p:nvGrpSpPr>
        <p:grpSpPr>
          <a:xfrm>
            <a:off x="825646" y="9353383"/>
            <a:ext cx="4071549" cy="1307362"/>
            <a:chOff x="1009661" y="2035197"/>
            <a:chExt cx="4071549" cy="130736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E570D057-6BD0-4729-9729-C535483A164D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1B32EC84-AA82-4AD8-BBF1-83607B981E2F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B07C9179-9EC7-4C42-B7BE-E2BD82AC880C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B9FCD748-029B-496E-ADA6-A0AC2D91656D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8912C157-E94B-45B0-97AE-E81B0C3EAE11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33978" r="-47192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901ED200-55D7-4E76-97E2-A6BDB30300E8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3B92067-3E10-430B-9180-AF31E84436CE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ECDDE8D-9EC7-4404-8567-DE0879518E89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801D3F5-95A7-4667-A761-7EC3EDA2ED9B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C018D4A-F3CE-4793-97A5-D040ABBB4D6B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4FD1319-C7B3-4CD8-8BC0-ECB942BACB3F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62DC7BA-7AA7-4437-BB54-32B636CF5982}"/>
              </a:ext>
            </a:extLst>
          </p:cNvPr>
          <p:cNvGrpSpPr/>
          <p:nvPr/>
        </p:nvGrpSpPr>
        <p:grpSpPr>
          <a:xfrm>
            <a:off x="4665975" y="12254140"/>
            <a:ext cx="4071549" cy="1307362"/>
            <a:chOff x="1009661" y="2035197"/>
            <a:chExt cx="4071549" cy="1307362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978081E-BE1A-4C72-AAD9-E6DCEFD69A5B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E41D8039-EFCA-446D-A1AB-1E36EB0C1D5D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E99613ED-8FBC-4E61-B362-7A47664046D3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5E5FA71E-0556-4FF8-BC5A-509DA1198CF1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6E4C1DD4-9EFB-4811-A1CC-B69DE53BE2CD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4561" r="-24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AFE72CB-838F-40E5-9AF8-CE700BF4350B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F0BCB48-645C-478A-997E-40056033ECEE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48603ED-7840-4358-B5B7-24A4C2F9A052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4DF871C-5A98-4939-A6F7-F8841DCB5618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68E9EA1-47FC-4B39-A029-0D7D12F8A9D4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C38EB15-4021-4837-8DF9-C4607D966CCA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BFF1647-0D43-4C7E-AF39-2BBA4D5255A7}"/>
              </a:ext>
            </a:extLst>
          </p:cNvPr>
          <p:cNvGrpSpPr/>
          <p:nvPr/>
        </p:nvGrpSpPr>
        <p:grpSpPr>
          <a:xfrm>
            <a:off x="847625" y="16235023"/>
            <a:ext cx="4071549" cy="1307362"/>
            <a:chOff x="1009661" y="2035197"/>
            <a:chExt cx="4071549" cy="130736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B79C21AC-9655-448F-A33F-BF9514C35706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BA5924CE-98E1-4947-9719-589C4380048B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6C97D445-C772-4C15-8D8E-7213AAABCC0B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5D8C9DD1-50FF-4A44-AF64-EEF931B2B975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08CE7A0D-989B-4DA0-924B-A84A89444420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519" b="-519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C0FD359-8F22-46E9-A739-EBFAFE6DCEFF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6216D90-DEEF-43EC-BDB5-BFC05161047F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105A55C-1900-4B54-A9F7-14B7978F6402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B3618CBD-1ECF-48DC-A118-09AC5DEF1DCD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CC54A3FC-A7A5-4472-9521-1F5A8D27A14B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5EDB518-FB9E-46D0-B3D0-67D241CAF1FE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AFDE796-3FF7-4051-A765-CF1CB6F1BAE5}"/>
              </a:ext>
            </a:extLst>
          </p:cNvPr>
          <p:cNvGrpSpPr/>
          <p:nvPr/>
        </p:nvGrpSpPr>
        <p:grpSpPr>
          <a:xfrm>
            <a:off x="8469884" y="14660235"/>
            <a:ext cx="4071549" cy="1307362"/>
            <a:chOff x="1009661" y="2035197"/>
            <a:chExt cx="4071549" cy="1307362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01E5BD5-13E6-4DAE-90EC-D22FF28F2D45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E904108B-27A9-4882-9537-880E45ED9F21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6AF4076C-4CD3-47E9-9243-1703E5E144CA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DA1536D6-5F34-4517-B511-8E64CB580090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AFCD385E-192E-4CFE-9EA6-4F55ECE08BF4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17BBC6B-EEA9-4833-AA5C-AC83C87376F4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0B68DF5-095D-4F1A-8E11-81338952B685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9911F24-46FC-4D17-92F6-BEC966225D77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626BB8C9-C1EC-4BC0-BBE8-36C68426C6C8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E145393-A6C7-491E-81AE-CFE747E8BA5A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EC6E1047-84AC-4107-A816-62D740441F35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5E3D838-DAE3-43D0-87AC-812D0E46F399}"/>
              </a:ext>
            </a:extLst>
          </p:cNvPr>
          <p:cNvGrpSpPr/>
          <p:nvPr/>
        </p:nvGrpSpPr>
        <p:grpSpPr>
          <a:xfrm>
            <a:off x="4708820" y="19952777"/>
            <a:ext cx="4071549" cy="1307362"/>
            <a:chOff x="1009661" y="2035197"/>
            <a:chExt cx="4071549" cy="1307362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65A8D484-2FA3-4342-B119-DE74319864D2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C5FB1462-C720-40D8-A670-8CCD4C270937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56" name="Rectangle: Rounded Corners 155">
                  <a:extLst>
                    <a:ext uri="{FF2B5EF4-FFF2-40B4-BE49-F238E27FC236}">
                      <a16:creationId xmlns:a16="http://schemas.microsoft.com/office/drawing/2014/main" id="{0F343193-F694-414B-9DA7-372AFD141889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57" name="Rectangle: Rounded Corners 156">
                  <a:extLst>
                    <a:ext uri="{FF2B5EF4-FFF2-40B4-BE49-F238E27FC236}">
                      <a16:creationId xmlns:a16="http://schemas.microsoft.com/office/drawing/2014/main" id="{3C476C9A-1D44-4A75-9275-AD90FE52D6DD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AC3E837D-143D-4345-BE22-051DFD0A9D8C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25C139D-D623-40AA-AAF5-1E6DFA8DC094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E69A739-329C-4D44-BF1D-E6274D55BB50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9CE8FDB3-5CE0-40C8-8B1F-4BB1B5985E22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B7714A05-3A4C-4A4E-B35C-02E94A4FF74C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4269EA47-4D58-4DE6-9010-3F906B9A170F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CF3CEE1-9A12-487F-9912-95BB4EF05940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547BFE0-2FF5-4E6D-8BE5-DF7C0A092673}"/>
              </a:ext>
            </a:extLst>
          </p:cNvPr>
          <p:cNvGrpSpPr/>
          <p:nvPr/>
        </p:nvGrpSpPr>
        <p:grpSpPr>
          <a:xfrm>
            <a:off x="8578352" y="22482128"/>
            <a:ext cx="4071549" cy="1307362"/>
            <a:chOff x="1009661" y="2035197"/>
            <a:chExt cx="4071549" cy="130736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E9D8835-E5DD-4D75-BF35-CAA109B7D3FB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4FFC7255-3DE8-48A3-9BAE-4003D8BAC4DA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ABC66A02-7CDA-4335-91E7-6535886817E7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24AA829C-FCB4-499B-B5DD-4860E5258C03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167" name="Rectangle: Rounded Corners 166">
                <a:extLst>
                  <a:ext uri="{FF2B5EF4-FFF2-40B4-BE49-F238E27FC236}">
                    <a16:creationId xmlns:a16="http://schemas.microsoft.com/office/drawing/2014/main" id="{5CD27DB7-2EDB-4F68-89F6-4515A152EDFC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1427" b="-14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B460B02-025C-4ACA-9E1D-FA72E33A6F36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7B22314F-B43C-4D66-8B5A-146D1D5320E1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322A1A6-1632-4883-820C-3B4082797896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ACF86F2-6FD6-499B-B73C-273565EA0B4F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152FB627-9ECE-4869-B2D7-F5C1A9435498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325422A-D9A0-4C44-8AD0-13E300E0CEB4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176" name="Group 275">
            <a:extLst>
              <a:ext uri="{FF2B5EF4-FFF2-40B4-BE49-F238E27FC236}">
                <a16:creationId xmlns:a16="http://schemas.microsoft.com/office/drawing/2014/main" id="{A25E6B61-E333-49C5-978C-7CD140FC241B}"/>
              </a:ext>
            </a:extLst>
          </p:cNvPr>
          <p:cNvGrpSpPr/>
          <p:nvPr/>
        </p:nvGrpSpPr>
        <p:grpSpPr>
          <a:xfrm>
            <a:off x="4713550" y="26638671"/>
            <a:ext cx="2754360" cy="1030451"/>
            <a:chOff x="4713550" y="5509283"/>
            <a:chExt cx="2754360" cy="1075803"/>
          </a:xfrm>
        </p:grpSpPr>
        <p:sp>
          <p:nvSpPr>
            <p:cNvPr id="177" name="Rectangle: Rounded Corners 276">
              <a:extLst>
                <a:ext uri="{FF2B5EF4-FFF2-40B4-BE49-F238E27FC236}">
                  <a16:creationId xmlns:a16="http://schemas.microsoft.com/office/drawing/2014/main" id="{FB4FF827-37D3-4992-95DF-D84FB55E43AF}"/>
                </a:ext>
              </a:extLst>
            </p:cNvPr>
            <p:cNvSpPr/>
            <p:nvPr/>
          </p:nvSpPr>
          <p:spPr>
            <a:xfrm>
              <a:off x="4713550" y="5509283"/>
              <a:ext cx="2754360" cy="97448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C74C0"/>
                </a:gs>
                <a:gs pos="42000">
                  <a:srgbClr val="DF166C"/>
                </a:gs>
              </a:gsLst>
              <a:lin ang="5400000" scaled="1"/>
            </a:gradFill>
            <a:ln w="38100">
              <a:solidFill>
                <a:srgbClr val="F249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178" name="Group 277">
              <a:extLst>
                <a:ext uri="{FF2B5EF4-FFF2-40B4-BE49-F238E27FC236}">
                  <a16:creationId xmlns:a16="http://schemas.microsoft.com/office/drawing/2014/main" id="{0A0D270D-806A-4789-9431-190A9D8BCBA6}"/>
                </a:ext>
              </a:extLst>
            </p:cNvPr>
            <p:cNvGrpSpPr/>
            <p:nvPr/>
          </p:nvGrpSpPr>
          <p:grpSpPr>
            <a:xfrm>
              <a:off x="4758585" y="5716061"/>
              <a:ext cx="2663728" cy="869025"/>
              <a:chOff x="4758585" y="5716061"/>
              <a:chExt cx="2663728" cy="869025"/>
            </a:xfrm>
          </p:grpSpPr>
          <p:sp>
            <p:nvSpPr>
              <p:cNvPr id="179" name="TextBox 278">
                <a:extLst>
                  <a:ext uri="{FF2B5EF4-FFF2-40B4-BE49-F238E27FC236}">
                    <a16:creationId xmlns:a16="http://schemas.microsoft.com/office/drawing/2014/main" id="{0073274C-DD67-462B-8834-CD55EB782FB7}"/>
                  </a:ext>
                </a:extLst>
              </p:cNvPr>
              <p:cNvSpPr txBox="1"/>
              <p:nvPr/>
            </p:nvSpPr>
            <p:spPr>
              <a:xfrm>
                <a:off x="4769687" y="5754089"/>
                <a:ext cx="26526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9A0544"/>
                    </a:solidFill>
                    <a:latin typeface="Lobster" panose="020F0502020204030204" pitchFamily="2" charset="-93"/>
                  </a:rPr>
                  <a:t>Bắt Đầu thuyết trình</a:t>
                </a:r>
                <a:endParaRPr lang="vi-VN" sz="2400">
                  <a:solidFill>
                    <a:srgbClr val="9A0544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180" name="TextBox 279">
                <a:extLst>
                  <a:ext uri="{FF2B5EF4-FFF2-40B4-BE49-F238E27FC236}">
                    <a16:creationId xmlns:a16="http://schemas.microsoft.com/office/drawing/2014/main" id="{10DE47A0-4D0B-47C2-8B70-A4C35344A6E4}"/>
                  </a:ext>
                </a:extLst>
              </p:cNvPr>
              <p:cNvSpPr txBox="1"/>
              <p:nvPr/>
            </p:nvSpPr>
            <p:spPr>
              <a:xfrm>
                <a:off x="4758585" y="5716061"/>
                <a:ext cx="2652626" cy="481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Bắt Đầu thuyết trình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525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AEF0"/>
            </a:gs>
            <a:gs pos="100000">
              <a:srgbClr val="E0EE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722EE5-9D31-451B-9512-6F794AF8DCF0}"/>
              </a:ext>
            </a:extLst>
          </p:cNvPr>
          <p:cNvSpPr/>
          <p:nvPr/>
        </p:nvSpPr>
        <p:spPr>
          <a:xfrm>
            <a:off x="-137747" y="4862749"/>
            <a:ext cx="6386862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E155252-DB8A-49A8-82B4-55153A8A62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667" b="79352" l="6302" r="23698">
                        <a14:foregroundMark x1="8698" y1="52500" x2="8698" y2="52500"/>
                        <a14:foregroundMark x1="11823" y1="46667" x2="11823" y2="46667"/>
                        <a14:foregroundMark x1="11563" y1="46852" x2="12188" y2="49444"/>
                        <a14:foregroundMark x1="13906" y1="50741" x2="13906" y2="50741"/>
                        <a14:foregroundMark x1="15104" y1="49074" x2="15313" y2="49352"/>
                        <a14:foregroundMark x1="15104" y1="50185" x2="15104" y2="50185"/>
                        <a14:foregroundMark x1="14896" y1="50463" x2="14896" y2="50463"/>
                        <a14:foregroundMark x1="14740" y1="50556" x2="14740" y2="50556"/>
                        <a14:foregroundMark x1="18021" y1="51389" x2="18021" y2="51389"/>
                        <a14:foregroundMark x1="21198" y1="56204" x2="21198" y2="56204"/>
                        <a14:foregroundMark x1="13021" y1="47685" x2="13021" y2="47685"/>
                        <a14:foregroundMark x1="6823" y1="57963" x2="7396" y2="59074"/>
                        <a14:foregroundMark x1="7240" y1="57222" x2="7240" y2="57222"/>
                        <a14:foregroundMark x1="11406" y1="65741" x2="11406" y2="65741"/>
                        <a14:foregroundMark x1="10469" y1="65185" x2="10469" y2="65185"/>
                        <a14:foregroundMark x1="10469" y1="65648" x2="10469" y2="65648"/>
                        <a14:foregroundMark x1="22396" y1="60463" x2="22604" y2="61296"/>
                        <a14:foregroundMark x1="22865" y1="60093" x2="22969" y2="61574"/>
                        <a14:foregroundMark x1="23333" y1="57778" x2="23333" y2="57778"/>
                        <a14:foregroundMark x1="23698" y1="60556" x2="23698" y2="60556"/>
                        <a14:foregroundMark x1="7813" y1="51574" x2="7813" y2="51574"/>
                        <a14:foregroundMark x1="7083" y1="53056" x2="7083" y2="53056"/>
                        <a14:foregroundMark x1="7396" y1="61204" x2="7396" y2="61204"/>
                        <a14:foregroundMark x1="7969" y1="61481" x2="7969" y2="61481"/>
                        <a14:foregroundMark x1="12292" y1="70833" x2="12292" y2="70833"/>
                        <a14:foregroundMark x1="12292" y1="69537" x2="12292" y2="69537"/>
                        <a14:foregroundMark x1="12760" y1="79537" x2="12760" y2="79537"/>
                        <a14:foregroundMark x1="13594" y1="70648" x2="13594" y2="70648"/>
                        <a14:foregroundMark x1="13698" y1="72407" x2="13698" y2="72407"/>
                        <a14:foregroundMark x1="13854" y1="70370" x2="13854" y2="71852"/>
                        <a14:foregroundMark x1="15000" y1="47500" x2="15000" y2="47500"/>
                        <a14:foregroundMark x1="14740" y1="48056" x2="14740" y2="48056"/>
                        <a14:foregroundMark x1="14635" y1="48056" x2="14635" y2="48056"/>
                        <a14:foregroundMark x1="15417" y1="47315" x2="15417" y2="47315"/>
                        <a14:foregroundMark x1="7604" y1="52500" x2="7604" y2="52500"/>
                        <a14:foregroundMark x1="6823" y1="53519" x2="6823" y2="53519"/>
                        <a14:foregroundMark x1="6615" y1="57037" x2="6615" y2="57037"/>
                        <a14:foregroundMark x1="6302" y1="58333" x2="6302" y2="58333"/>
                        <a14:foregroundMark x1="7240" y1="61389" x2="7240" y2="61389"/>
                        <a14:foregroundMark x1="19167" y1="68426" x2="19219" y2="68704"/>
                        <a14:foregroundMark x1="10156" y1="48704" x2="10156" y2="48704"/>
                        <a14:foregroundMark x1="22083" y1="56204" x2="22083" y2="56204"/>
                        <a14:foregroundMark x1="19427" y1="52130" x2="19427" y2="52130"/>
                        <a14:foregroundMark x1="17188" y1="47685" x2="17188" y2="47685"/>
                        <a14:foregroundMark x1="8750" y1="64722" x2="8750" y2="64722"/>
                        <a14:foregroundMark x1="8750" y1="63241" x2="8750" y2="63241"/>
                        <a14:foregroundMark x1="6823" y1="60185" x2="6823" y2="60185"/>
                        <a14:foregroundMark x1="6354" y1="57407" x2="6354" y2="57407"/>
                        <a14:foregroundMark x1="6979" y1="60926" x2="6979" y2="60926"/>
                        <a14:foregroundMark x1="8698" y1="63056" x2="8698" y2="63056"/>
                        <a14:foregroundMark x1="8229" y1="62315" x2="8229" y2="62315"/>
                        <a14:foregroundMark x1="8542" y1="63704" x2="8542" y2="63704"/>
                        <a14:foregroundMark x1="8438" y1="62963" x2="8438" y2="62963"/>
                        <a14:foregroundMark x1="12292" y1="68611" x2="12292" y2="68611"/>
                        <a14:foregroundMark x1="11927" y1="66481" x2="11927" y2="66481"/>
                        <a14:foregroundMark x1="12240" y1="67222" x2="12240" y2="67222"/>
                        <a14:foregroundMark x1="12344" y1="67778" x2="12344" y2="67778"/>
                        <a14:foregroundMark x1="12292" y1="69074" x2="12292" y2="69074"/>
                        <a14:foregroundMark x1="12188" y1="70556" x2="12188" y2="70556"/>
                        <a14:foregroundMark x1="12240" y1="70185" x2="12240" y2="70185"/>
                        <a14:foregroundMark x1="12188" y1="71019" x2="12188" y2="71019"/>
                        <a14:foregroundMark x1="18021" y1="66574" x2="18021" y2="66574"/>
                        <a14:foregroundMark x1="18229" y1="67593" x2="18229" y2="67593"/>
                        <a14:foregroundMark x1="18333" y1="68889" x2="18333" y2="68889"/>
                        <a14:foregroundMark x1="18333" y1="69259" x2="18333" y2="69259"/>
                        <a14:foregroundMark x1="18281" y1="68333" x2="18281" y2="6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2" t="44259" r="75208" b="17222"/>
          <a:stretch/>
        </p:blipFill>
        <p:spPr>
          <a:xfrm rot="20893845">
            <a:off x="-2579335" y="3853487"/>
            <a:ext cx="2808286" cy="304231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E132B8-DEC7-4E77-928B-C9E21B530130}"/>
              </a:ext>
            </a:extLst>
          </p:cNvPr>
          <p:cNvGrpSpPr/>
          <p:nvPr/>
        </p:nvGrpSpPr>
        <p:grpSpPr>
          <a:xfrm>
            <a:off x="2252089" y="-4375251"/>
            <a:ext cx="2865120" cy="4037658"/>
            <a:chOff x="1815291" y="-39347"/>
            <a:chExt cx="2865120" cy="2654054"/>
          </a:xfrm>
        </p:grpSpPr>
        <p:pic>
          <p:nvPicPr>
            <p:cNvPr id="18" name="Picture 17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71CB5AF6-4363-419C-A8F6-22270450CC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584753"/>
              <a:ext cx="2865120" cy="2029954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C30715-E3D2-4C71-9594-6528232B86B2}"/>
                </a:ext>
              </a:extLst>
            </p:cNvPr>
            <p:cNvCxnSpPr>
              <a:cxnSpLocks/>
            </p:cNvCxnSpPr>
            <p:nvPr/>
          </p:nvCxnSpPr>
          <p:spPr>
            <a:xfrm>
              <a:off x="3468461" y="-39347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0999EA-82B2-46DC-B271-0B58B247EAFF}"/>
              </a:ext>
            </a:extLst>
          </p:cNvPr>
          <p:cNvGrpSpPr/>
          <p:nvPr/>
        </p:nvGrpSpPr>
        <p:grpSpPr>
          <a:xfrm>
            <a:off x="3006477" y="-3724418"/>
            <a:ext cx="2865120" cy="3086952"/>
            <a:chOff x="1815291" y="342048"/>
            <a:chExt cx="2865120" cy="3086952"/>
          </a:xfrm>
        </p:grpSpPr>
        <p:pic>
          <p:nvPicPr>
            <p:cNvPr id="11" name="Picture 10" descr="Diagram&#10;&#10;Description automatically generated with medium confidence">
              <a:extLst>
                <a:ext uri="{FF2B5EF4-FFF2-40B4-BE49-F238E27FC236}">
                  <a16:creationId xmlns:a16="http://schemas.microsoft.com/office/drawing/2014/main" id="{5E1DAA89-6A10-4F37-8DB1-26B31CF2E6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1" b="41019" l="16250" r="39844">
                          <a14:foregroundMark x1="27552" y1="3148" x2="27552" y2="3148"/>
                          <a14:foregroundMark x1="28125" y1="33426" x2="28125" y2="33426"/>
                          <a14:foregroundMark x1="35521" y1="31944" x2="35521" y2="31944"/>
                          <a14:foregroundMark x1="27448" y1="20926" x2="27448" y2="20926"/>
                          <a14:foregroundMark x1="27604" y1="20833" x2="27604" y2="20833"/>
                          <a14:foregroundMark x1="27500" y1="19815" x2="27500" y2="19815"/>
                          <a14:foregroundMark x1="27500" y1="19074" x2="27500" y2="19074"/>
                          <a14:foregroundMark x1="27604" y1="833" x2="27604" y2="833"/>
                          <a14:foregroundMark x1="27604" y1="21389" x2="27604" y2="21389"/>
                          <a14:foregroundMark x1="39844" y1="21389" x2="39844" y2="21389"/>
                          <a14:backgroundMark x1="22813" y1="39259" x2="25833" y2="38704"/>
                          <a14:backgroundMark x1="23021" y1="38796" x2="29063" y2="38796"/>
                          <a14:backgroundMark x1="20938" y1="37315" x2="27448" y2="37315"/>
                          <a14:backgroundMark x1="20990" y1="36574" x2="25052" y2="36574"/>
                          <a14:backgroundMark x1="22917" y1="34167" x2="23802" y2="34259"/>
                          <a14:backgroundMark x1="18906" y1="37685" x2="28438" y2="42870"/>
                          <a14:backgroundMark x1="22031" y1="10278" x2="24531" y2="13333"/>
                          <a14:backgroundMark x1="22604" y1="17963" x2="25104" y2="20926"/>
                          <a14:backgroundMark x1="22552" y1="20185" x2="24740" y2="21667"/>
                          <a14:backgroundMark x1="22604" y1="11296" x2="23854" y2="11944"/>
                          <a14:backgroundMark x1="22865" y1="23426" x2="24219" y2="24815"/>
                          <a14:backgroundMark x1="23281" y1="27222" x2="24167" y2="27222"/>
                          <a14:backgroundMark x1="28177" y1="33519" x2="28177" y2="33519"/>
                          <a14:backgroundMark x1="27031" y1="33796" x2="27031" y2="33796"/>
                          <a14:backgroundMark x1="29583" y1="32037" x2="29583" y2="32037"/>
                          <a14:backgroundMark x1="26146" y1="30185" x2="26146" y2="30185"/>
                          <a14:backgroundMark x1="25052" y1="31296" x2="25052" y2="31296"/>
                          <a14:backgroundMark x1="24063" y1="32593" x2="24063" y2="32593"/>
                          <a14:backgroundMark x1="20938" y1="31852" x2="20938" y2="31852"/>
                          <a14:backgroundMark x1="22292" y1="32593" x2="22292" y2="32593"/>
                          <a14:backgroundMark x1="20729" y1="32130" x2="20729" y2="32130"/>
                          <a14:backgroundMark x1="28542" y1="33056" x2="28542" y2="33056"/>
                          <a14:backgroundMark x1="29844" y1="31389" x2="29844" y2="31389"/>
                          <a14:backgroundMark x1="32813" y1="31759" x2="32813" y2="31759"/>
                          <a14:backgroundMark x1="34115" y1="31852" x2="34115" y2="31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0" r="62500" b="55413"/>
            <a:stretch/>
          </p:blipFill>
          <p:spPr>
            <a:xfrm>
              <a:off x="1815291" y="371140"/>
              <a:ext cx="2865120" cy="305786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568A72-CF17-405E-9A4D-DFB75CE8560D}"/>
                </a:ext>
              </a:extLst>
            </p:cNvPr>
            <p:cNvCxnSpPr>
              <a:cxnSpLocks/>
            </p:cNvCxnSpPr>
            <p:nvPr/>
          </p:nvCxnSpPr>
          <p:spPr>
            <a:xfrm>
              <a:off x="3464789" y="342048"/>
              <a:ext cx="0" cy="1834109"/>
            </a:xfrm>
            <a:prstGeom prst="line">
              <a:avLst/>
            </a:prstGeom>
            <a:ln w="28575">
              <a:solidFill>
                <a:srgbClr val="EEDA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D19F815-8335-49F7-B86A-B77BAA5CF2E4}"/>
              </a:ext>
            </a:extLst>
          </p:cNvPr>
          <p:cNvSpPr/>
          <p:nvPr/>
        </p:nvSpPr>
        <p:spPr>
          <a:xfrm>
            <a:off x="7022814" y="2854546"/>
            <a:ext cx="5353259" cy="3448795"/>
          </a:xfrm>
          <a:custGeom>
            <a:avLst/>
            <a:gdLst>
              <a:gd name="connsiteX0" fmla="*/ 4272761 w 5170887"/>
              <a:gd name="connsiteY0" fmla="*/ 40 h 3903962"/>
              <a:gd name="connsiteX1" fmla="*/ 5136404 w 5170887"/>
              <a:gd name="connsiteY1" fmla="*/ 89666 h 3903962"/>
              <a:gd name="connsiteX2" fmla="*/ 5170887 w 5170887"/>
              <a:gd name="connsiteY2" fmla="*/ 98715 h 3903962"/>
              <a:gd name="connsiteX3" fmla="*/ 5170887 w 5170887"/>
              <a:gd name="connsiteY3" fmla="*/ 2845179 h 3903962"/>
              <a:gd name="connsiteX4" fmla="*/ 84204 w 5170887"/>
              <a:gd name="connsiteY4" fmla="*/ 3903962 h 3903962"/>
              <a:gd name="connsiteX5" fmla="*/ 69163 w 5170887"/>
              <a:gd name="connsiteY5" fmla="*/ 3851642 h 3903962"/>
              <a:gd name="connsiteX6" fmla="*/ 38184 w 5170887"/>
              <a:gd name="connsiteY6" fmla="*/ 3708063 h 3903962"/>
              <a:gd name="connsiteX7" fmla="*/ 3016514 w 5170887"/>
              <a:gd name="connsiteY7" fmla="*/ 135741 h 3903962"/>
              <a:gd name="connsiteX8" fmla="*/ 4272761 w 5170887"/>
              <a:gd name="connsiteY8" fmla="*/ 40 h 3903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0887" h="3903962">
                <a:moveTo>
                  <a:pt x="4272761" y="40"/>
                </a:moveTo>
                <a:cubicBezTo>
                  <a:pt x="4574343" y="1242"/>
                  <a:pt x="4864085" y="30120"/>
                  <a:pt x="5136404" y="89666"/>
                </a:cubicBezTo>
                <a:lnTo>
                  <a:pt x="5170887" y="98715"/>
                </a:lnTo>
                <a:lnTo>
                  <a:pt x="5170887" y="2845179"/>
                </a:lnTo>
                <a:lnTo>
                  <a:pt x="84204" y="3903962"/>
                </a:lnTo>
                <a:lnTo>
                  <a:pt x="69163" y="3851642"/>
                </a:lnTo>
                <a:cubicBezTo>
                  <a:pt x="57281" y="3804387"/>
                  <a:pt x="46939" y="3756519"/>
                  <a:pt x="38184" y="3708063"/>
                </a:cubicBezTo>
                <a:cubicBezTo>
                  <a:pt x="-241957" y="2157445"/>
                  <a:pt x="1046324" y="545833"/>
                  <a:pt x="3016514" y="135741"/>
                </a:cubicBezTo>
                <a:cubicBezTo>
                  <a:pt x="3447493" y="46034"/>
                  <a:pt x="3870652" y="-1564"/>
                  <a:pt x="4272761" y="4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0712430-454E-44C9-A432-A6A3185747CF}"/>
              </a:ext>
            </a:extLst>
          </p:cNvPr>
          <p:cNvSpPr/>
          <p:nvPr/>
        </p:nvSpPr>
        <p:spPr>
          <a:xfrm>
            <a:off x="6717604" y="5003800"/>
            <a:ext cx="5647268" cy="1854200"/>
          </a:xfrm>
          <a:custGeom>
            <a:avLst/>
            <a:gdLst>
              <a:gd name="connsiteX0" fmla="*/ 3328097 w 5474396"/>
              <a:gd name="connsiteY0" fmla="*/ 0 h 1854200"/>
              <a:gd name="connsiteX1" fmla="*/ 5456938 w 5474396"/>
              <a:gd name="connsiteY1" fmla="*/ 305613 h 1854200"/>
              <a:gd name="connsiteX2" fmla="*/ 5474396 w 5474396"/>
              <a:gd name="connsiteY2" fmla="*/ 312746 h 1854200"/>
              <a:gd name="connsiteX3" fmla="*/ 5474396 w 5474396"/>
              <a:gd name="connsiteY3" fmla="*/ 1854200 h 1854200"/>
              <a:gd name="connsiteX4" fmla="*/ 5385 w 5474396"/>
              <a:gd name="connsiteY4" fmla="*/ 1854200 h 1854200"/>
              <a:gd name="connsiteX5" fmla="*/ 1674 w 5474396"/>
              <a:gd name="connsiteY5" fmla="*/ 1821641 h 1854200"/>
              <a:gd name="connsiteX6" fmla="*/ 697 w 5474396"/>
              <a:gd name="connsiteY6" fmla="*/ 1733550 h 1854200"/>
              <a:gd name="connsiteX7" fmla="*/ 3328097 w 5474396"/>
              <a:gd name="connsiteY7" fmla="*/ 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74396" h="1854200">
                <a:moveTo>
                  <a:pt x="3328097" y="0"/>
                </a:moveTo>
                <a:cubicBezTo>
                  <a:pt x="4132078" y="0"/>
                  <a:pt x="4876754" y="95079"/>
                  <a:pt x="5456938" y="305613"/>
                </a:cubicBezTo>
                <a:lnTo>
                  <a:pt x="5474396" y="312746"/>
                </a:lnTo>
                <a:lnTo>
                  <a:pt x="5474396" y="1854200"/>
                </a:lnTo>
                <a:lnTo>
                  <a:pt x="5385" y="1854200"/>
                </a:lnTo>
                <a:lnTo>
                  <a:pt x="1674" y="1821641"/>
                </a:lnTo>
                <a:cubicBezTo>
                  <a:pt x="-155" y="1792442"/>
                  <a:pt x="-493" y="1763072"/>
                  <a:pt x="697" y="1733550"/>
                </a:cubicBezTo>
                <a:cubicBezTo>
                  <a:pt x="38797" y="788837"/>
                  <a:pt x="1490425" y="0"/>
                  <a:pt x="3328097" y="0"/>
                </a:cubicBezTo>
                <a:close/>
              </a:path>
            </a:pathLst>
          </a:custGeom>
          <a:gradFill>
            <a:gsLst>
              <a:gs pos="0">
                <a:srgbClr val="526507"/>
              </a:gs>
              <a:gs pos="100000">
                <a:srgbClr val="B9BE07"/>
              </a:gs>
            </a:gsLst>
            <a:lin ang="5400000" scaled="1"/>
          </a:gradFill>
          <a:ln>
            <a:solidFill>
              <a:srgbClr val="EEF1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5E1415-03DC-4ADE-B5AF-DF0FE14CFBF4}"/>
              </a:ext>
            </a:extLst>
          </p:cNvPr>
          <p:cNvSpPr/>
          <p:nvPr/>
        </p:nvSpPr>
        <p:spPr>
          <a:xfrm>
            <a:off x="3620910" y="4839503"/>
            <a:ext cx="6096001" cy="2065441"/>
          </a:xfrm>
          <a:custGeom>
            <a:avLst/>
            <a:gdLst>
              <a:gd name="connsiteX0" fmla="*/ 2654973 w 6096001"/>
              <a:gd name="connsiteY0" fmla="*/ 8 h 2065441"/>
              <a:gd name="connsiteX1" fmla="*/ 2997201 w 6096001"/>
              <a:gd name="connsiteY1" fmla="*/ 8039 h 2065441"/>
              <a:gd name="connsiteX2" fmla="*/ 6096001 w 6096001"/>
              <a:gd name="connsiteY2" fmla="*/ 1722539 h 2065441"/>
              <a:gd name="connsiteX3" fmla="*/ 6060296 w 6096001"/>
              <a:gd name="connsiteY3" fmla="*/ 1983640 h 2065441"/>
              <a:gd name="connsiteX4" fmla="*/ 6033893 w 6096001"/>
              <a:gd name="connsiteY4" fmla="*/ 2065441 h 2065441"/>
              <a:gd name="connsiteX5" fmla="*/ 416 w 6096001"/>
              <a:gd name="connsiteY5" fmla="*/ 2065441 h 2065441"/>
              <a:gd name="connsiteX6" fmla="*/ 0 w 6096001"/>
              <a:gd name="connsiteY6" fmla="*/ 2064335 h 2065441"/>
              <a:gd name="connsiteX7" fmla="*/ 0 w 6096001"/>
              <a:gd name="connsiteY7" fmla="*/ 1013975 h 2065441"/>
              <a:gd name="connsiteX8" fmla="*/ 6733 w 6096001"/>
              <a:gd name="connsiteY8" fmla="*/ 998908 h 2065441"/>
              <a:gd name="connsiteX9" fmla="*/ 2654973 w 6096001"/>
              <a:gd name="connsiteY9" fmla="*/ 8 h 2065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2065441">
                <a:moveTo>
                  <a:pt x="2654973" y="8"/>
                </a:moveTo>
                <a:cubicBezTo>
                  <a:pt x="2767325" y="-174"/>
                  <a:pt x="2881506" y="2483"/>
                  <a:pt x="2997201" y="8039"/>
                </a:cubicBezTo>
                <a:cubicBezTo>
                  <a:pt x="4848321" y="96939"/>
                  <a:pt x="5689601" y="254947"/>
                  <a:pt x="6096001" y="1722539"/>
                </a:cubicBezTo>
                <a:cubicBezTo>
                  <a:pt x="6096001" y="1811310"/>
                  <a:pt x="6083807" y="1898505"/>
                  <a:pt x="6060296" y="1983640"/>
                </a:cubicBezTo>
                <a:lnTo>
                  <a:pt x="6033893" y="2065441"/>
                </a:lnTo>
                <a:lnTo>
                  <a:pt x="416" y="2065441"/>
                </a:lnTo>
                <a:lnTo>
                  <a:pt x="0" y="2064335"/>
                </a:lnTo>
                <a:lnTo>
                  <a:pt x="0" y="1013975"/>
                </a:lnTo>
                <a:lnTo>
                  <a:pt x="6733" y="998908"/>
                </a:lnTo>
                <a:cubicBezTo>
                  <a:pt x="358568" y="363463"/>
                  <a:pt x="1391014" y="2059"/>
                  <a:pt x="2654973" y="8"/>
                </a:cubicBezTo>
                <a:close/>
              </a:path>
            </a:pathLst>
          </a:custGeom>
          <a:gradFill>
            <a:gsLst>
              <a:gs pos="63000">
                <a:srgbClr val="879307"/>
              </a:gs>
              <a:gs pos="0">
                <a:srgbClr val="B9BE07"/>
              </a:gs>
              <a:gs pos="100000">
                <a:srgbClr val="52650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38ECE14-3D55-4459-A278-4290A96369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>
            <a:off x="12474061" y="2575932"/>
            <a:ext cx="2525749" cy="3220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9EB49A-395A-4664-B853-D6E78B8FA4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352" b="92963" l="14792" r="36250">
                        <a14:foregroundMark x1="26667" y1="49444" x2="26667" y2="49444"/>
                        <a14:foregroundMark x1="15833" y1="65741" x2="15833" y2="65741"/>
                        <a14:foregroundMark x1="14792" y1="66111" x2="14792" y2="66111"/>
                        <a14:foregroundMark x1="27083" y1="90185" x2="27083" y2="90185"/>
                        <a14:foregroundMark x1="27031" y1="92685" x2="27031" y2="92963"/>
                        <a14:backgroundMark x1="19844" y1="52315" x2="17760" y2="56389"/>
                        <a14:backgroundMark x1="20000" y1="56667" x2="20000" y2="56667"/>
                        <a14:backgroundMark x1="19427" y1="51574" x2="22031" y2="52500"/>
                        <a14:backgroundMark x1="20781" y1="53333" x2="21094" y2="54074"/>
                      </a14:backgroundRemoval>
                    </a14:imgEffect>
                  </a14:imgLayer>
                </a14:imgProps>
              </a:ext>
            </a:extLst>
          </a:blip>
          <a:srcRect l="13864" t="44718" r="61250" b="5454"/>
          <a:stretch/>
        </p:blipFill>
        <p:spPr>
          <a:xfrm rot="16533434">
            <a:off x="890108" y="6542915"/>
            <a:ext cx="3360117" cy="3784307"/>
          </a:xfrm>
          <a:prstGeom prst="rect">
            <a:avLst/>
          </a:prstGeom>
        </p:spPr>
      </p:pic>
      <p:sp>
        <p:nvSpPr>
          <p:cNvPr id="32" name="Cloud 31">
            <a:extLst>
              <a:ext uri="{FF2B5EF4-FFF2-40B4-BE49-F238E27FC236}">
                <a16:creationId xmlns:a16="http://schemas.microsoft.com/office/drawing/2014/main" id="{7D4A3DC6-5D78-45B0-BF01-3EEA9B1693B5}"/>
              </a:ext>
            </a:extLst>
          </p:cNvPr>
          <p:cNvSpPr/>
          <p:nvPr/>
        </p:nvSpPr>
        <p:spPr>
          <a:xfrm>
            <a:off x="7080702" y="-1110365"/>
            <a:ext cx="2718360" cy="1027954"/>
          </a:xfrm>
          <a:prstGeom prst="cloud">
            <a:avLst/>
          </a:prstGeom>
          <a:gradFill>
            <a:gsLst>
              <a:gs pos="0">
                <a:srgbClr val="E0EEF1"/>
              </a:gs>
              <a:gs pos="100000">
                <a:srgbClr val="01AE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9D0AF9B8-D69E-4E44-86A9-0341D4373A74}"/>
              </a:ext>
            </a:extLst>
          </p:cNvPr>
          <p:cNvSpPr/>
          <p:nvPr/>
        </p:nvSpPr>
        <p:spPr>
          <a:xfrm rot="10800000">
            <a:off x="-1122530" y="-1582423"/>
            <a:ext cx="2718360" cy="1027954"/>
          </a:xfrm>
          <a:prstGeom prst="cloud">
            <a:avLst/>
          </a:prstGeom>
          <a:gradFill>
            <a:gsLst>
              <a:gs pos="0">
                <a:srgbClr val="01AEF0"/>
              </a:gs>
              <a:gs pos="100000">
                <a:srgbClr val="E0EE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2F3478-F171-439E-AA09-8BF86E07DB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4630" b="84167" l="75625" r="95313">
                        <a14:foregroundMark x1="78594" y1="74722" x2="82708" y2="75278"/>
                        <a14:foregroundMark x1="77604" y1="74352" x2="81302" y2="74352"/>
                        <a14:foregroundMark x1="77917" y1="72685" x2="79167" y2="72685"/>
                        <a14:foregroundMark x1="76875" y1="74537" x2="76875" y2="74537"/>
                        <a14:foregroundMark x1="75833" y1="76296" x2="77240" y2="76574"/>
                        <a14:foregroundMark x1="92448" y1="56667" x2="94167" y2="65000"/>
                        <a14:foregroundMark x1="92448" y1="57593" x2="90313" y2="67315"/>
                        <a14:foregroundMark x1="93333" y1="57593" x2="93750" y2="67037"/>
                        <a14:foregroundMark x1="94167" y1="69444" x2="94635" y2="76389"/>
                        <a14:foregroundMark x1="86406" y1="77315" x2="90000" y2="76852"/>
                        <a14:foregroundMark x1="82500" y1="71574" x2="86979" y2="71574"/>
                        <a14:foregroundMark x1="95156" y1="50370" x2="94844" y2="58796"/>
                        <a14:foregroundMark x1="94688" y1="63241" x2="95260" y2="68148"/>
                        <a14:foregroundMark x1="94583" y1="73241" x2="94375" y2="75185"/>
                        <a14:foregroundMark x1="93594" y1="82870" x2="93594" y2="82870"/>
                        <a14:foregroundMark x1="94010" y1="71296" x2="94010" y2="71759"/>
                        <a14:foregroundMark x1="87708" y1="82963" x2="87708" y2="82963"/>
                        <a14:foregroundMark x1="95208" y1="77685" x2="95208" y2="77685"/>
                        <a14:foregroundMark x1="95313" y1="84167" x2="95313" y2="84167"/>
                        <a14:backgroundMark x1="81563" y1="57963" x2="74688" y2="67407"/>
                        <a14:backgroundMark x1="86563" y1="51019" x2="83594" y2="64444"/>
                        <a14:backgroundMark x1="89271" y1="44259" x2="86563" y2="50926"/>
                        <a14:backgroundMark x1="89531" y1="48519" x2="90417" y2="50278"/>
                        <a14:backgroundMark x1="82552" y1="61481" x2="83750" y2="59167"/>
                        <a14:backgroundMark x1="78281" y1="63611" x2="80885" y2="61852"/>
                        <a14:backgroundMark x1="78438" y1="67778" x2="81302" y2="65926"/>
                        <a14:backgroundMark x1="90573" y1="49907" x2="90573" y2="49907"/>
                        <a14:backgroundMark x1="89427" y1="54444" x2="89427" y2="54444"/>
                        <a14:backgroundMark x1="85885" y1="57037" x2="85885" y2="57037"/>
                        <a14:backgroundMark x1="85885" y1="59630" x2="85885" y2="60463"/>
                      </a14:backgroundRemoval>
                    </a14:imgEffect>
                  </a14:imgLayer>
                </a14:imgProps>
              </a:ext>
            </a:extLst>
          </a:blip>
          <a:srcRect l="74827" t="40019" r="4457" b="13024"/>
          <a:stretch/>
        </p:blipFill>
        <p:spPr>
          <a:xfrm flipH="1">
            <a:off x="-3662289" y="4539393"/>
            <a:ext cx="2564624" cy="322027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F2B114-EABC-412E-90F0-9505830383B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7604" y1="87870" x2="67969" y2="88241"/>
                        <a14:foregroundMark x1="69063" y1="89074" x2="69844" y2="88704"/>
                        <a14:foregroundMark x1="64323" y1="85648" x2="64323" y2="856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 rot="2844930">
            <a:off x="7961175" y="7218498"/>
            <a:ext cx="1654900" cy="15936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81EEEB-4A4E-4736-8F65-AC27392DFD5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889" b="46204" l="73750" r="94844">
                        <a14:foregroundMark x1="82500" y1="42037" x2="85208" y2="42130"/>
                        <a14:foregroundMark x1="79167" y1="44074" x2="80781" y2="42685"/>
                        <a14:foregroundMark x1="77813" y1="43241" x2="78854" y2="41759"/>
                        <a14:foregroundMark x1="77865" y1="45000" x2="77865" y2="45000"/>
                        <a14:foregroundMark x1="88542" y1="39444" x2="91146" y2="40000"/>
                        <a14:foregroundMark x1="93698" y1="28148" x2="94219" y2="34722"/>
                        <a14:foregroundMark x1="94323" y1="43796" x2="94479" y2="38148"/>
                        <a14:foregroundMark x1="82448" y1="38611" x2="86615" y2="36481"/>
                        <a14:foregroundMark x1="92969" y1="18056" x2="93281" y2="23981"/>
                        <a14:foregroundMark x1="94844" y1="10370" x2="94844" y2="10370"/>
                        <a14:foregroundMark x1="84219" y1="42685" x2="87188" y2="41481"/>
                        <a14:foregroundMark x1="77344" y1="46204" x2="77344" y2="46204"/>
                        <a14:foregroundMark x1="91719" y1="9444" x2="91719" y2="9444"/>
                      </a14:backgroundRemoval>
                    </a14:imgEffect>
                  </a14:imgLayer>
                </a14:imgProps>
              </a:ext>
            </a:extLst>
          </a:blip>
          <a:srcRect l="71638" t="4953" r="4862" b="53043"/>
          <a:stretch/>
        </p:blipFill>
        <p:spPr>
          <a:xfrm>
            <a:off x="12911131" y="-446817"/>
            <a:ext cx="2666512" cy="2680945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62FF1AF-E7FD-40ED-8B92-4772FE9F7094}"/>
              </a:ext>
            </a:extLst>
          </p:cNvPr>
          <p:cNvGrpSpPr/>
          <p:nvPr/>
        </p:nvGrpSpPr>
        <p:grpSpPr>
          <a:xfrm>
            <a:off x="4135282" y="-4246588"/>
            <a:ext cx="6432480" cy="3137953"/>
            <a:chOff x="4553814" y="951594"/>
            <a:chExt cx="6432480" cy="313795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634CE05-6272-4D6C-90E7-077FAFE9C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8576" b="54601" l="56131" r="65654">
                          <a14:foregroundMark x1="57500" y1="22778" x2="57500" y2="22778"/>
                          <a14:foregroundMark x1="59479" y1="21296" x2="59740" y2="21296"/>
                          <a14:foregroundMark x1="60260" y1="21389" x2="60469" y2="21481"/>
                          <a14:foregroundMark x1="61042" y1="21481" x2="61302" y2="21667"/>
                          <a14:foregroundMark x1="59844" y1="23056" x2="59844" y2="23056"/>
                          <a14:foregroundMark x1="58229" y1="21389" x2="58229" y2="21389"/>
                          <a14:foregroundMark x1="57969" y1="22130" x2="57969" y2="22130"/>
                          <a14:foregroundMark x1="58958" y1="21389" x2="58958" y2="21389"/>
                          <a14:foregroundMark x1="61771" y1="21481" x2="61771" y2="21481"/>
                          <a14:foregroundMark x1="62344" y1="22037" x2="62500" y2="22130"/>
                          <a14:foregroundMark x1="63438" y1="24907" x2="63438" y2="24907"/>
                          <a14:foregroundMark x1="63021" y1="23056" x2="63021" y2="23056"/>
                          <a14:foregroundMark x1="63281" y1="23981" x2="63281" y2="23981"/>
                          <a14:foregroundMark x1="56979" y1="51667" x2="56979" y2="51667"/>
                          <a14:foregroundMark x1="58177" y1="53333" x2="58177" y2="53333"/>
                          <a14:foregroundMark x1="63646" y1="52593" x2="63646" y2="52593"/>
                          <a14:foregroundMark x1="63594" y1="50741" x2="63594" y2="50741"/>
                          <a14:foregroundMark x1="63750" y1="52870" x2="63750" y2="52870"/>
                          <a14:foregroundMark x1="63906" y1="52778" x2="63906" y2="52778"/>
                          <a14:foregroundMark x1="63854" y1="51852" x2="63854" y2="51852"/>
                          <a14:foregroundMark x1="63646" y1="50278" x2="63646" y2="50278"/>
                          <a14:foregroundMark x1="63385" y1="48611" x2="63385" y2="48611"/>
                          <a14:foregroundMark x1="63542" y1="35278" x2="63542" y2="35278"/>
                          <a14:foregroundMark x1="63490" y1="32778" x2="63490" y2="32778"/>
                          <a14:foregroundMark x1="63490" y1="29537" x2="63490" y2="29537"/>
                          <a14:foregroundMark x1="63490" y1="27963" x2="63438" y2="29167"/>
                          <a14:foregroundMark x1="63281" y1="26389" x2="63333" y2="26759"/>
                          <a14:backgroundMark x1="57188" y1="20000" x2="57865" y2="20370"/>
                          <a14:backgroundMark x1="60938" y1="20556" x2="62083" y2="20648"/>
                          <a14:backgroundMark x1="57396" y1="20463" x2="57969" y2="19722"/>
                          <a14:backgroundMark x1="57396" y1="21204" x2="57396" y2="21204"/>
                          <a14:backgroundMark x1="57240" y1="21759" x2="57240" y2="21759"/>
                          <a14:backgroundMark x1="57083" y1="22315" x2="57083" y2="22315"/>
                          <a14:backgroundMark x1="56875" y1="22963" x2="56875" y2="22963"/>
                          <a14:backgroundMark x1="62500" y1="20556" x2="62500" y2="20556"/>
                          <a14:backgroundMark x1="58490" y1="20000" x2="58542" y2="20000"/>
                          <a14:backgroundMark x1="58698" y1="20093" x2="59844" y2="20093"/>
                          <a14:backgroundMark x1="63854" y1="22407" x2="64375" y2="23241"/>
                          <a14:backgroundMark x1="64286" y1="26345" x2="64323" y2="27037"/>
                          <a14:backgroundMark x1="64219" y1="25093" x2="64265" y2="25960"/>
                          <a14:backgroundMark x1="64167" y1="29167" x2="64271" y2="30926"/>
                          <a14:backgroundMark x1="64291" y1="32778" x2="64323" y2="34352"/>
                          <a14:backgroundMark x1="64271" y1="31759" x2="64291" y2="32778"/>
                          <a14:backgroundMark x1="64271" y1="35463" x2="64323" y2="40185"/>
                          <a14:backgroundMark x1="64373" y1="48611" x2="64427" y2="50093"/>
                          <a14:backgroundMark x1="64271" y1="45833" x2="64373" y2="48611"/>
                          <a14:backgroundMark x1="63854" y1="40463" x2="64063" y2="45000"/>
                        </a14:backgroundRemoval>
                      </a14:imgEffect>
                    </a14:imgLayer>
                  </a14:imgProps>
                </a:ext>
              </a:extLst>
            </a:blip>
            <a:srcRect l="54941" t="14073" r="33156" b="40896"/>
            <a:stretch/>
          </p:blipFill>
          <p:spPr>
            <a:xfrm>
              <a:off x="8925067" y="1001342"/>
              <a:ext cx="1451186" cy="3088205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8526C0-D589-4293-B1EC-941B0197CE41}"/>
                </a:ext>
              </a:extLst>
            </p:cNvPr>
            <p:cNvGrpSpPr/>
            <p:nvPr/>
          </p:nvGrpSpPr>
          <p:grpSpPr>
            <a:xfrm>
              <a:off x="4553814" y="1037056"/>
              <a:ext cx="6432480" cy="2583922"/>
              <a:chOff x="5214410" y="1543270"/>
              <a:chExt cx="6432480" cy="2583922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E141E76-F3E1-4A37-AFB5-87ED07989EB8}"/>
                  </a:ext>
                </a:extLst>
              </p:cNvPr>
              <p:cNvGrpSpPr/>
              <p:nvPr/>
            </p:nvGrpSpPr>
            <p:grpSpPr>
              <a:xfrm>
                <a:off x="5214410" y="1593257"/>
                <a:ext cx="6432480" cy="2533935"/>
                <a:chOff x="5509824" y="1413909"/>
                <a:chExt cx="4620046" cy="2533935"/>
              </a:xfrm>
              <a:noFill/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1185AB7-A6E9-4261-8E07-ECEAE65ACCDD}"/>
                    </a:ext>
                  </a:extLst>
                </p:cNvPr>
                <p:cNvSpPr txBox="1"/>
                <p:nvPr/>
              </p:nvSpPr>
              <p:spPr>
                <a:xfrm>
                  <a:off x="5509824" y="1413909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444A08-3269-413F-BDC8-1E43989FFD40}"/>
                    </a:ext>
                  </a:extLst>
                </p:cNvPr>
                <p:cNvSpPr txBox="1"/>
                <p:nvPr/>
              </p:nvSpPr>
              <p:spPr>
                <a:xfrm>
                  <a:off x="5689153" y="2378184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noFill/>
                      </a:ln>
                      <a:solidFill>
                        <a:srgbClr val="FBECC6"/>
                      </a:soli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AF284B4-BC0E-4741-B304-876C3C716185}"/>
                  </a:ext>
                </a:extLst>
              </p:cNvPr>
              <p:cNvGrpSpPr/>
              <p:nvPr/>
            </p:nvGrpSpPr>
            <p:grpSpPr>
              <a:xfrm>
                <a:off x="6049232" y="1543270"/>
                <a:ext cx="4683488" cy="2531509"/>
                <a:chOff x="6585445" y="2133366"/>
                <a:chExt cx="4683488" cy="2531509"/>
              </a:xfrm>
              <a:noFill/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216584-A1A6-4CD9-ADF3-DCC3628C6BA9}"/>
                    </a:ext>
                  </a:extLst>
                </p:cNvPr>
                <p:cNvSpPr txBox="1"/>
                <p:nvPr/>
              </p:nvSpPr>
              <p:spPr>
                <a:xfrm>
                  <a:off x="6585445" y="2133366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Môn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13396DC-9E9F-4731-A745-5CD9F6ABFDF4}"/>
                    </a:ext>
                  </a:extLst>
                </p:cNvPr>
                <p:cNvSpPr txBox="1"/>
                <p:nvPr/>
              </p:nvSpPr>
              <p:spPr>
                <a:xfrm>
                  <a:off x="6828216" y="3095215"/>
                  <a:ext cx="4440717" cy="15696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600" b="1">
                      <a:ln w="38100">
                        <a:solidFill>
                          <a:srgbClr val="4B241D"/>
                        </a:solidFill>
                      </a:ln>
                      <a:gradFill>
                        <a:gsLst>
                          <a:gs pos="0">
                            <a:srgbClr val="F7DC4D"/>
                          </a:gs>
                          <a:gs pos="100000">
                            <a:srgbClr val="D7822E"/>
                          </a:gs>
                        </a:gsLst>
                        <a:lin ang="5400000" scaled="1"/>
                      </a:gradFill>
                      <a:latin typeface="Paytone One" panose="00000500000000000000" pitchFamily="2" charset="-93"/>
                    </a:rPr>
                    <a:t>Học</a:t>
                  </a:r>
                </a:p>
              </p:txBody>
            </p:sp>
          </p:grp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A348642-FE3F-4696-BCC2-FEA4C10EFCB8}"/>
                </a:ext>
              </a:extLst>
            </p:cNvPr>
            <p:cNvSpPr/>
            <p:nvPr/>
          </p:nvSpPr>
          <p:spPr>
            <a:xfrm>
              <a:off x="8728228" y="951594"/>
              <a:ext cx="830746" cy="708127"/>
            </a:xfrm>
            <a:custGeom>
              <a:avLst/>
              <a:gdLst>
                <a:gd name="connsiteX0" fmla="*/ 0 w 845574"/>
                <a:gd name="connsiteY0" fmla="*/ 572859 h 572859"/>
                <a:gd name="connsiteX1" fmla="*/ 186813 w 845574"/>
                <a:gd name="connsiteY1" fmla="*/ 71414 h 572859"/>
                <a:gd name="connsiteX2" fmla="*/ 344129 w 845574"/>
                <a:gd name="connsiteY2" fmla="*/ 2588 h 572859"/>
                <a:gd name="connsiteX3" fmla="*/ 629265 w 845574"/>
                <a:gd name="connsiteY3" fmla="*/ 61582 h 572859"/>
                <a:gd name="connsiteX4" fmla="*/ 786581 w 845574"/>
                <a:gd name="connsiteY4" fmla="*/ 336885 h 572859"/>
                <a:gd name="connsiteX5" fmla="*/ 845574 w 845574"/>
                <a:gd name="connsiteY5" fmla="*/ 435207 h 572859"/>
                <a:gd name="connsiteX0" fmla="*/ 0 w 845574"/>
                <a:gd name="connsiteY0" fmla="*/ 698107 h 698107"/>
                <a:gd name="connsiteX1" fmla="*/ 186813 w 845574"/>
                <a:gd name="connsiteY1" fmla="*/ 196662 h 698107"/>
                <a:gd name="connsiteX2" fmla="*/ 353961 w 845574"/>
                <a:gd name="connsiteY2" fmla="*/ 17 h 698107"/>
                <a:gd name="connsiteX3" fmla="*/ 629265 w 845574"/>
                <a:gd name="connsiteY3" fmla="*/ 186830 h 698107"/>
                <a:gd name="connsiteX4" fmla="*/ 786581 w 845574"/>
                <a:gd name="connsiteY4" fmla="*/ 462133 h 698107"/>
                <a:gd name="connsiteX5" fmla="*/ 845574 w 845574"/>
                <a:gd name="connsiteY5" fmla="*/ 560455 h 698107"/>
                <a:gd name="connsiteX0" fmla="*/ 0 w 845574"/>
                <a:gd name="connsiteY0" fmla="*/ 629301 h 629301"/>
                <a:gd name="connsiteX1" fmla="*/ 186813 w 845574"/>
                <a:gd name="connsiteY1" fmla="*/ 127856 h 629301"/>
                <a:gd name="connsiteX2" fmla="*/ 344129 w 845574"/>
                <a:gd name="connsiteY2" fmla="*/ 37 h 629301"/>
                <a:gd name="connsiteX3" fmla="*/ 629265 w 845574"/>
                <a:gd name="connsiteY3" fmla="*/ 118024 h 629301"/>
                <a:gd name="connsiteX4" fmla="*/ 786581 w 845574"/>
                <a:gd name="connsiteY4" fmla="*/ 393327 h 629301"/>
                <a:gd name="connsiteX5" fmla="*/ 845574 w 845574"/>
                <a:gd name="connsiteY5" fmla="*/ 491649 h 629301"/>
                <a:gd name="connsiteX0" fmla="*/ 0 w 845574"/>
                <a:gd name="connsiteY0" fmla="*/ 630130 h 630130"/>
                <a:gd name="connsiteX1" fmla="*/ 186813 w 845574"/>
                <a:gd name="connsiteY1" fmla="*/ 128685 h 630130"/>
                <a:gd name="connsiteX2" fmla="*/ 344129 w 845574"/>
                <a:gd name="connsiteY2" fmla="*/ 866 h 630130"/>
                <a:gd name="connsiteX3" fmla="*/ 609601 w 845574"/>
                <a:gd name="connsiteY3" fmla="*/ 168014 h 630130"/>
                <a:gd name="connsiteX4" fmla="*/ 786581 w 845574"/>
                <a:gd name="connsiteY4" fmla="*/ 394156 h 630130"/>
                <a:gd name="connsiteX5" fmla="*/ 845574 w 845574"/>
                <a:gd name="connsiteY5" fmla="*/ 492478 h 630130"/>
                <a:gd name="connsiteX0" fmla="*/ 0 w 845574"/>
                <a:gd name="connsiteY0" fmla="*/ 630933 h 630933"/>
                <a:gd name="connsiteX1" fmla="*/ 186813 w 845574"/>
                <a:gd name="connsiteY1" fmla="*/ 129488 h 630933"/>
                <a:gd name="connsiteX2" fmla="*/ 344129 w 845574"/>
                <a:gd name="connsiteY2" fmla="*/ 1669 h 630933"/>
                <a:gd name="connsiteX3" fmla="*/ 688259 w 845574"/>
                <a:gd name="connsiteY3" fmla="*/ 80326 h 630933"/>
                <a:gd name="connsiteX4" fmla="*/ 786581 w 845574"/>
                <a:gd name="connsiteY4" fmla="*/ 394959 h 630933"/>
                <a:gd name="connsiteX5" fmla="*/ 845574 w 845574"/>
                <a:gd name="connsiteY5" fmla="*/ 493281 h 630933"/>
                <a:gd name="connsiteX0" fmla="*/ 0 w 845574"/>
                <a:gd name="connsiteY0" fmla="*/ 708460 h 708460"/>
                <a:gd name="connsiteX1" fmla="*/ 186813 w 845574"/>
                <a:gd name="connsiteY1" fmla="*/ 207015 h 708460"/>
                <a:gd name="connsiteX2" fmla="*/ 344129 w 845574"/>
                <a:gd name="connsiteY2" fmla="*/ 538 h 708460"/>
                <a:gd name="connsiteX3" fmla="*/ 688259 w 845574"/>
                <a:gd name="connsiteY3" fmla="*/ 157853 h 708460"/>
                <a:gd name="connsiteX4" fmla="*/ 786581 w 845574"/>
                <a:gd name="connsiteY4" fmla="*/ 472486 h 708460"/>
                <a:gd name="connsiteX5" fmla="*/ 845574 w 845574"/>
                <a:gd name="connsiteY5" fmla="*/ 570808 h 708460"/>
                <a:gd name="connsiteX0" fmla="*/ 0 w 845574"/>
                <a:gd name="connsiteY0" fmla="*/ 708129 h 708129"/>
                <a:gd name="connsiteX1" fmla="*/ 127820 w 845574"/>
                <a:gd name="connsiteY1" fmla="*/ 187019 h 708129"/>
                <a:gd name="connsiteX2" fmla="*/ 344129 w 845574"/>
                <a:gd name="connsiteY2" fmla="*/ 207 h 708129"/>
                <a:gd name="connsiteX3" fmla="*/ 688259 w 845574"/>
                <a:gd name="connsiteY3" fmla="*/ 157522 h 708129"/>
                <a:gd name="connsiteX4" fmla="*/ 786581 w 845574"/>
                <a:gd name="connsiteY4" fmla="*/ 472155 h 708129"/>
                <a:gd name="connsiteX5" fmla="*/ 845574 w 845574"/>
                <a:gd name="connsiteY5" fmla="*/ 570477 h 708129"/>
                <a:gd name="connsiteX0" fmla="*/ 0 w 845574"/>
                <a:gd name="connsiteY0" fmla="*/ 708287 h 708287"/>
                <a:gd name="connsiteX1" fmla="*/ 127820 w 845574"/>
                <a:gd name="connsiteY1" fmla="*/ 187177 h 708287"/>
                <a:gd name="connsiteX2" fmla="*/ 344129 w 845574"/>
                <a:gd name="connsiteY2" fmla="*/ 365 h 708287"/>
                <a:gd name="connsiteX3" fmla="*/ 688259 w 845574"/>
                <a:gd name="connsiteY3" fmla="*/ 157680 h 708287"/>
                <a:gd name="connsiteX4" fmla="*/ 786581 w 845574"/>
                <a:gd name="connsiteY4" fmla="*/ 472313 h 708287"/>
                <a:gd name="connsiteX5" fmla="*/ 845574 w 845574"/>
                <a:gd name="connsiteY5" fmla="*/ 570635 h 708287"/>
                <a:gd name="connsiteX0" fmla="*/ 0 w 830746"/>
                <a:gd name="connsiteY0" fmla="*/ 708287 h 708287"/>
                <a:gd name="connsiteX1" fmla="*/ 127820 w 830746"/>
                <a:gd name="connsiteY1" fmla="*/ 187177 h 708287"/>
                <a:gd name="connsiteX2" fmla="*/ 344129 w 830746"/>
                <a:gd name="connsiteY2" fmla="*/ 365 h 708287"/>
                <a:gd name="connsiteX3" fmla="*/ 688259 w 830746"/>
                <a:gd name="connsiteY3" fmla="*/ 157680 h 708287"/>
                <a:gd name="connsiteX4" fmla="*/ 786581 w 830746"/>
                <a:gd name="connsiteY4" fmla="*/ 472313 h 708287"/>
                <a:gd name="connsiteX5" fmla="*/ 830746 w 830746"/>
                <a:gd name="connsiteY5" fmla="*/ 575578 h 70828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  <a:gd name="connsiteX0" fmla="*/ 0 w 830746"/>
                <a:gd name="connsiteY0" fmla="*/ 708127 h 708127"/>
                <a:gd name="connsiteX1" fmla="*/ 127820 w 830746"/>
                <a:gd name="connsiteY1" fmla="*/ 187017 h 708127"/>
                <a:gd name="connsiteX2" fmla="*/ 344129 w 830746"/>
                <a:gd name="connsiteY2" fmla="*/ 205 h 708127"/>
                <a:gd name="connsiteX3" fmla="*/ 688259 w 830746"/>
                <a:gd name="connsiteY3" fmla="*/ 157520 h 708127"/>
                <a:gd name="connsiteX4" fmla="*/ 803880 w 830746"/>
                <a:gd name="connsiteY4" fmla="*/ 467210 h 708127"/>
                <a:gd name="connsiteX5" fmla="*/ 830746 w 830746"/>
                <a:gd name="connsiteY5" fmla="*/ 575418 h 70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0746" h="708127">
                  <a:moveTo>
                    <a:pt x="0" y="708127"/>
                  </a:moveTo>
                  <a:cubicBezTo>
                    <a:pt x="64729" y="504927"/>
                    <a:pt x="70465" y="305004"/>
                    <a:pt x="127820" y="187017"/>
                  </a:cubicBezTo>
                  <a:cubicBezTo>
                    <a:pt x="185175" y="69030"/>
                    <a:pt x="250723" y="5121"/>
                    <a:pt x="344129" y="205"/>
                  </a:cubicBezTo>
                  <a:cubicBezTo>
                    <a:pt x="437535" y="-4711"/>
                    <a:pt x="611634" y="79686"/>
                    <a:pt x="688259" y="157520"/>
                  </a:cubicBezTo>
                  <a:cubicBezTo>
                    <a:pt x="764884" y="235354"/>
                    <a:pt x="787600" y="387640"/>
                    <a:pt x="803880" y="467210"/>
                  </a:cubicBezTo>
                  <a:cubicBezTo>
                    <a:pt x="825103" y="541837"/>
                    <a:pt x="824191" y="557392"/>
                    <a:pt x="830746" y="575418"/>
                  </a:cubicBezTo>
                </a:path>
              </a:pathLst>
            </a:custGeom>
            <a:noFill/>
            <a:ln w="28575">
              <a:solidFill>
                <a:srgbClr val="4B24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230" name="Picture 229">
            <a:extLst>
              <a:ext uri="{FF2B5EF4-FFF2-40B4-BE49-F238E27FC236}">
                <a16:creationId xmlns:a16="http://schemas.microsoft.com/office/drawing/2014/main" id="{6C4A0D2B-86A0-4A79-AC89-4AD5F726DFA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4323" y1="85648" x2="64323" y2="85648"/>
                        <a14:backgroundMark x1="66094" y1="86852" x2="66250" y2="87222"/>
                        <a14:backgroundMark x1="69323" y1="89167" x2="70521" y2="89074"/>
                        <a14:backgroundMark x1="66094" y1="87593" x2="66563" y2="88333"/>
                        <a14:backgroundMark x1="66042" y1="86204" x2="66823" y2="87593"/>
                        <a14:backgroundMark x1="67604" y1="88056" x2="67865" y2="881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>
            <a:off x="11119532" y="114441"/>
            <a:ext cx="1154166" cy="1111427"/>
          </a:xfrm>
          <a:prstGeom prst="rect">
            <a:avLst/>
          </a:prstGeom>
        </p:spPr>
      </p:pic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EF71BC87-D7AA-4776-BE6C-9153EE24A60D}"/>
              </a:ext>
            </a:extLst>
          </p:cNvPr>
          <p:cNvSpPr/>
          <p:nvPr/>
        </p:nvSpPr>
        <p:spPr>
          <a:xfrm>
            <a:off x="288798" y="228548"/>
            <a:ext cx="11848634" cy="6484217"/>
          </a:xfrm>
          <a:prstGeom prst="roundRect">
            <a:avLst>
              <a:gd name="adj" fmla="val 7392"/>
            </a:avLst>
          </a:prstGeom>
          <a:gradFill>
            <a:gsLst>
              <a:gs pos="20000">
                <a:srgbClr val="28C9FE"/>
              </a:gs>
              <a:gs pos="100000">
                <a:srgbClr val="008CF8"/>
              </a:gs>
            </a:gsLst>
            <a:lin ang="5400000" scaled="1"/>
          </a:gradFill>
          <a:ln w="28575">
            <a:solidFill>
              <a:srgbClr val="008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B0A5DC7-714E-4D97-AEAB-E302780A23E1}"/>
              </a:ext>
            </a:extLst>
          </p:cNvPr>
          <p:cNvGrpSpPr/>
          <p:nvPr/>
        </p:nvGrpSpPr>
        <p:grpSpPr>
          <a:xfrm>
            <a:off x="488586" y="479542"/>
            <a:ext cx="1204617" cy="1173524"/>
            <a:chOff x="5611394" y="4359431"/>
            <a:chExt cx="1204617" cy="1173524"/>
          </a:xfrm>
        </p:grpSpPr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0327FCB1-DE4A-4422-A891-FD15B5C8F9E6}"/>
                </a:ext>
              </a:extLst>
            </p:cNvPr>
            <p:cNvSpPr/>
            <p:nvPr/>
          </p:nvSpPr>
          <p:spPr>
            <a:xfrm>
              <a:off x="5639073" y="4383773"/>
              <a:ext cx="1146250" cy="1117433"/>
            </a:xfrm>
            <a:prstGeom prst="roundRect">
              <a:avLst>
                <a:gd name="adj" fmla="val 19882"/>
              </a:avLst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290" b="-1290"/>
              </a:stretch>
            </a:blipFill>
            <a:ln w="76200">
              <a:solidFill>
                <a:srgbClr val="6F4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D55B98F-76EC-4B36-A9F7-739F63D4BB75}"/>
                </a:ext>
              </a:extLst>
            </p:cNvPr>
            <p:cNvSpPr/>
            <p:nvPr/>
          </p:nvSpPr>
          <p:spPr>
            <a:xfrm>
              <a:off x="5751281" y="4385458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699FA526-92C5-4885-9B3B-A5A10EC04273}"/>
                </a:ext>
              </a:extLst>
            </p:cNvPr>
            <p:cNvSpPr/>
            <p:nvPr/>
          </p:nvSpPr>
          <p:spPr>
            <a:xfrm>
              <a:off x="5892940" y="4359432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83FAD77-88A6-4504-BE72-ADC4A7798284}"/>
                </a:ext>
              </a:extLst>
            </p:cNvPr>
            <p:cNvSpPr/>
            <p:nvPr/>
          </p:nvSpPr>
          <p:spPr>
            <a:xfrm>
              <a:off x="6034765" y="4374297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9DDD6D2C-188A-4C36-84E7-6AE6E817F598}"/>
                </a:ext>
              </a:extLst>
            </p:cNvPr>
            <p:cNvSpPr/>
            <p:nvPr/>
          </p:nvSpPr>
          <p:spPr>
            <a:xfrm>
              <a:off x="6169666" y="4359431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9FEDF84-FE67-4D53-AF7C-638BB2238C9B}"/>
                </a:ext>
              </a:extLst>
            </p:cNvPr>
            <p:cNvSpPr/>
            <p:nvPr/>
          </p:nvSpPr>
          <p:spPr>
            <a:xfrm>
              <a:off x="6283148" y="4374296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19EA577-21F3-4ABA-9C2E-3743B6A06192}"/>
                </a:ext>
              </a:extLst>
            </p:cNvPr>
            <p:cNvSpPr/>
            <p:nvPr/>
          </p:nvSpPr>
          <p:spPr>
            <a:xfrm>
              <a:off x="6397559" y="4360635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2E478E17-486B-4B12-A15B-C7BBF18F48B7}"/>
                </a:ext>
              </a:extLst>
            </p:cNvPr>
            <p:cNvSpPr/>
            <p:nvPr/>
          </p:nvSpPr>
          <p:spPr>
            <a:xfrm>
              <a:off x="6547019" y="437059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C65C5A56-565D-4FED-86C7-61E029782D70}"/>
                </a:ext>
              </a:extLst>
            </p:cNvPr>
            <p:cNvSpPr/>
            <p:nvPr/>
          </p:nvSpPr>
          <p:spPr>
            <a:xfrm>
              <a:off x="6668911" y="4402495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81FD9B7B-B65B-4D62-873C-BD6A0CE31E0E}"/>
                </a:ext>
              </a:extLst>
            </p:cNvPr>
            <p:cNvSpPr/>
            <p:nvPr/>
          </p:nvSpPr>
          <p:spPr>
            <a:xfrm>
              <a:off x="6737625" y="4486190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491B24C-CD8C-431F-AFD7-1568D688B84C}"/>
                </a:ext>
              </a:extLst>
            </p:cNvPr>
            <p:cNvSpPr/>
            <p:nvPr/>
          </p:nvSpPr>
          <p:spPr>
            <a:xfrm>
              <a:off x="6770292" y="4608273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1D4C90C1-969B-452C-ACC9-C3F4D112BD6E}"/>
                </a:ext>
              </a:extLst>
            </p:cNvPr>
            <p:cNvSpPr/>
            <p:nvPr/>
          </p:nvSpPr>
          <p:spPr>
            <a:xfrm>
              <a:off x="6760484" y="471146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9E544F30-9985-47D2-B326-FBCE453BC36C}"/>
                </a:ext>
              </a:extLst>
            </p:cNvPr>
            <p:cNvSpPr/>
            <p:nvPr/>
          </p:nvSpPr>
          <p:spPr>
            <a:xfrm>
              <a:off x="6763215" y="4833550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047C051C-C056-415B-B997-514B66265327}"/>
                </a:ext>
              </a:extLst>
            </p:cNvPr>
            <p:cNvSpPr/>
            <p:nvPr/>
          </p:nvSpPr>
          <p:spPr>
            <a:xfrm>
              <a:off x="5666236" y="4461313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F1D49365-037B-4A07-9462-48384C784865}"/>
                </a:ext>
              </a:extLst>
            </p:cNvPr>
            <p:cNvSpPr/>
            <p:nvPr/>
          </p:nvSpPr>
          <p:spPr>
            <a:xfrm>
              <a:off x="5618193" y="4659285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BA3A0D0-ED09-4B66-8EC3-EE55FB08A524}"/>
                </a:ext>
              </a:extLst>
            </p:cNvPr>
            <p:cNvSpPr/>
            <p:nvPr/>
          </p:nvSpPr>
          <p:spPr>
            <a:xfrm>
              <a:off x="5618193" y="477998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0467E963-6A1F-48F4-B69A-1A086474DE2B}"/>
                </a:ext>
              </a:extLst>
            </p:cNvPr>
            <p:cNvSpPr/>
            <p:nvPr/>
          </p:nvSpPr>
          <p:spPr>
            <a:xfrm>
              <a:off x="5613766" y="454802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D1B5064-747E-4A98-A3D4-C9166F8B960F}"/>
                </a:ext>
              </a:extLst>
            </p:cNvPr>
            <p:cNvSpPr/>
            <p:nvPr/>
          </p:nvSpPr>
          <p:spPr>
            <a:xfrm>
              <a:off x="5611394" y="490910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C564A759-4875-48DC-802B-E559DE0391A1}"/>
                </a:ext>
              </a:extLst>
            </p:cNvPr>
            <p:cNvSpPr/>
            <p:nvPr/>
          </p:nvSpPr>
          <p:spPr>
            <a:xfrm>
              <a:off x="6689067" y="5430857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78C915E-4E37-41E8-B335-BC50599261D4}"/>
                </a:ext>
              </a:extLst>
            </p:cNvPr>
            <p:cNvSpPr/>
            <p:nvPr/>
          </p:nvSpPr>
          <p:spPr>
            <a:xfrm>
              <a:off x="6759681" y="4954767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499E8EA-7F51-413F-AE6E-09CAD59C761F}"/>
                </a:ext>
              </a:extLst>
            </p:cNvPr>
            <p:cNvSpPr/>
            <p:nvPr/>
          </p:nvSpPr>
          <p:spPr>
            <a:xfrm>
              <a:off x="5618790" y="5031202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0A709C0A-86C6-4694-A652-304E972F3FCF}"/>
                </a:ext>
              </a:extLst>
            </p:cNvPr>
            <p:cNvSpPr/>
            <p:nvPr/>
          </p:nvSpPr>
          <p:spPr>
            <a:xfrm>
              <a:off x="6770292" y="508289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6EE7E305-1612-49DE-848E-492FBABD4495}"/>
                </a:ext>
              </a:extLst>
            </p:cNvPr>
            <p:cNvSpPr/>
            <p:nvPr/>
          </p:nvSpPr>
          <p:spPr>
            <a:xfrm>
              <a:off x="5611394" y="5147749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6855270-FB25-4D06-8AE4-5E1B48366838}"/>
                </a:ext>
              </a:extLst>
            </p:cNvPr>
            <p:cNvSpPr/>
            <p:nvPr/>
          </p:nvSpPr>
          <p:spPr>
            <a:xfrm>
              <a:off x="5618193" y="5268337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120276BB-BB21-4D7E-9F69-94719335DA1F}"/>
                </a:ext>
              </a:extLst>
            </p:cNvPr>
            <p:cNvSpPr/>
            <p:nvPr/>
          </p:nvSpPr>
          <p:spPr>
            <a:xfrm>
              <a:off x="6770291" y="5198728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0879105-8277-423B-85B8-339685E5EAD8}"/>
                </a:ext>
              </a:extLst>
            </p:cNvPr>
            <p:cNvSpPr/>
            <p:nvPr/>
          </p:nvSpPr>
          <p:spPr>
            <a:xfrm>
              <a:off x="5669738" y="539906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9104BA96-311C-4F62-B7FF-0E6CED36BF0D}"/>
                </a:ext>
              </a:extLst>
            </p:cNvPr>
            <p:cNvSpPr/>
            <p:nvPr/>
          </p:nvSpPr>
          <p:spPr>
            <a:xfrm>
              <a:off x="6747958" y="5315761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5749154F-4981-4AF9-8EC5-24358BC1A15F}"/>
                </a:ext>
              </a:extLst>
            </p:cNvPr>
            <p:cNvSpPr/>
            <p:nvPr/>
          </p:nvSpPr>
          <p:spPr>
            <a:xfrm>
              <a:off x="5931463" y="548723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6A0047C5-A084-4EFC-ABBA-95980C64FADD}"/>
                </a:ext>
              </a:extLst>
            </p:cNvPr>
            <p:cNvSpPr/>
            <p:nvPr/>
          </p:nvSpPr>
          <p:spPr>
            <a:xfrm>
              <a:off x="5784633" y="5473268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8BA46727-CC86-4E78-A8B4-957BB6BA6B86}"/>
                </a:ext>
              </a:extLst>
            </p:cNvPr>
            <p:cNvSpPr/>
            <p:nvPr/>
          </p:nvSpPr>
          <p:spPr>
            <a:xfrm>
              <a:off x="6086750" y="548279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C9DD39C-12A4-46AD-88D1-6AA186DEDC63}"/>
                </a:ext>
              </a:extLst>
            </p:cNvPr>
            <p:cNvSpPr/>
            <p:nvPr/>
          </p:nvSpPr>
          <p:spPr>
            <a:xfrm>
              <a:off x="6262606" y="548279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B024DD96-DDB5-475C-8D5D-68171A2D3A92}"/>
                </a:ext>
              </a:extLst>
            </p:cNvPr>
            <p:cNvSpPr/>
            <p:nvPr/>
          </p:nvSpPr>
          <p:spPr>
            <a:xfrm>
              <a:off x="6395034" y="5469139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3FC0824-1074-423D-AB38-BAB0067755DD}"/>
                </a:ext>
              </a:extLst>
            </p:cNvPr>
            <p:cNvSpPr/>
            <p:nvPr/>
          </p:nvSpPr>
          <p:spPr>
            <a:xfrm>
              <a:off x="6560734" y="5475792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5EE5414-651B-4457-8C4D-166CCF51AB6E}"/>
              </a:ext>
            </a:extLst>
          </p:cNvPr>
          <p:cNvGrpSpPr/>
          <p:nvPr/>
        </p:nvGrpSpPr>
        <p:grpSpPr>
          <a:xfrm>
            <a:off x="1787624" y="450753"/>
            <a:ext cx="2038219" cy="679775"/>
            <a:chOff x="1786909" y="513443"/>
            <a:chExt cx="2038219" cy="679775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B0D45A3E-365C-4ADB-8E90-58CA288051FB}"/>
                </a:ext>
              </a:extLst>
            </p:cNvPr>
            <p:cNvSpPr txBox="1"/>
            <p:nvPr/>
          </p:nvSpPr>
          <p:spPr>
            <a:xfrm>
              <a:off x="1807707" y="546887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55A6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0055A6"/>
                </a:solidFill>
                <a:latin typeface="Lobster" panose="020F0502020204030204" pitchFamily="2" charset="-93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355E9787-2D05-40A2-9ED4-A108995580DE}"/>
                </a:ext>
              </a:extLst>
            </p:cNvPr>
            <p:cNvSpPr txBox="1"/>
            <p:nvPr/>
          </p:nvSpPr>
          <p:spPr>
            <a:xfrm>
              <a:off x="1786909" y="513443"/>
              <a:ext cx="20174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FFFF"/>
                  </a:solidFill>
                  <a:latin typeface="Lobster" panose="020F0502020204030204" pitchFamily="2" charset="-93"/>
                </a:rPr>
                <a:t>Tên Nhóm</a:t>
              </a:r>
              <a:endParaRPr lang="vi-VN" sz="3600">
                <a:solidFill>
                  <a:srgbClr val="FFFFFF"/>
                </a:solidFill>
                <a:latin typeface="Lobster" panose="020F0502020204030204" pitchFamily="2" charset="-93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58E069F-48C0-4CB5-B40E-53E3D75AA5AD}"/>
              </a:ext>
            </a:extLst>
          </p:cNvPr>
          <p:cNvGrpSpPr/>
          <p:nvPr/>
        </p:nvGrpSpPr>
        <p:grpSpPr>
          <a:xfrm>
            <a:off x="825646" y="1987193"/>
            <a:ext cx="4071549" cy="1307362"/>
            <a:chOff x="1009661" y="2035197"/>
            <a:chExt cx="4071549" cy="1307362"/>
          </a:xfrm>
        </p:grpSpPr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FF6C3AF1-C440-4BEB-AB8F-919AB4382611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B2C40776-E62B-4B71-838F-C638718761EF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D678BC0B-BCC1-49FB-B346-E3E9E95CD4DF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8D129F5B-4D91-4427-8BB3-27D5190DC98D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F6AF7421-CA5C-43A7-A6D6-D14B04EC71A2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33978" r="-47192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E0C8A5E1-D8A2-4D3E-8A58-E61A0361F005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B6740E2-7F0F-4A40-A751-7832F70666B5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50AB5A02-BD19-4CC5-8E53-6A3416CF8E38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E61FA2A2-65EF-428B-ADF6-E6FD212C909C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C4692CE-331B-49FC-B2D5-D400B6C117B2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B57F7EDC-8697-40E3-90B9-255E5E04069F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3FE91C2-20F5-4B32-88AF-CFF43F3E05A0}"/>
              </a:ext>
            </a:extLst>
          </p:cNvPr>
          <p:cNvGrpSpPr/>
          <p:nvPr/>
        </p:nvGrpSpPr>
        <p:grpSpPr>
          <a:xfrm>
            <a:off x="4665975" y="2009282"/>
            <a:ext cx="4071549" cy="1307362"/>
            <a:chOff x="1009661" y="2035197"/>
            <a:chExt cx="4071549" cy="1307362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8F094E7B-688F-40CE-B8F2-5280E10BC3CD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8E2C2966-81A7-473A-A9B8-0394CA55B579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43912B95-6AFB-4B9B-9C5F-1A66EB3C6C1F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07BFFB9D-18E7-4543-8888-BBBFD349D2D2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18" name="Rectangle: Rounded Corners 217">
                <a:extLst>
                  <a:ext uri="{FF2B5EF4-FFF2-40B4-BE49-F238E27FC236}">
                    <a16:creationId xmlns:a16="http://schemas.microsoft.com/office/drawing/2014/main" id="{65DD5965-1924-4E7A-A552-716CC3087554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4561" r="-24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695E6F58-0A35-4173-8D0D-CD5CF6241DC1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FAD1AA6D-9B48-4576-84CA-5EAFA278F503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89012F65-685B-4827-B1A1-0B1AD16B84AE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1219659E-A33B-43CE-A73E-BEE0EC967C49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6EFB6987-6486-48B6-8F53-8B749F602FBF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86227FB-01AD-4C8B-BA8F-61C9B5DDD821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E8C4E84-6695-47DE-AF73-2BA4B7C15CAC}"/>
              </a:ext>
            </a:extLst>
          </p:cNvPr>
          <p:cNvGrpSpPr/>
          <p:nvPr/>
        </p:nvGrpSpPr>
        <p:grpSpPr>
          <a:xfrm>
            <a:off x="847625" y="3941233"/>
            <a:ext cx="4071549" cy="1307362"/>
            <a:chOff x="1009661" y="2035197"/>
            <a:chExt cx="4071549" cy="1307362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F2C19AD7-8C7E-47D5-9BFC-286D183F9A97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1FF93F1A-CE4A-4E45-8364-61988011A983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34" name="Rectangle: Rounded Corners 233">
                  <a:extLst>
                    <a:ext uri="{FF2B5EF4-FFF2-40B4-BE49-F238E27FC236}">
                      <a16:creationId xmlns:a16="http://schemas.microsoft.com/office/drawing/2014/main" id="{CC38839B-801A-4C4E-923B-3FE26691F026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35" name="Rectangle: Rounded Corners 234">
                  <a:extLst>
                    <a:ext uri="{FF2B5EF4-FFF2-40B4-BE49-F238E27FC236}">
                      <a16:creationId xmlns:a16="http://schemas.microsoft.com/office/drawing/2014/main" id="{F6C94401-9628-4857-8D93-C985B100C41D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54B5EB3E-116A-4AFE-BC47-23302104AD75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519" b="-519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0F99D81A-A7E5-4054-B461-B2176F6FA226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00AEEC12-80E4-4BE5-AEBB-2232EC3D2D22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E84627A6-21E9-4636-931C-96E903E927D1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AE9B8CCC-CC9A-49FA-B235-44D2769B574C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C3091DC1-1FB1-4EE9-9FF4-9BB4E920F3F0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A18A880-EF6F-4701-9CD9-B4E7E87A7C41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6C38A92-889A-4E84-8029-2346EAF4B266}"/>
              </a:ext>
            </a:extLst>
          </p:cNvPr>
          <p:cNvGrpSpPr/>
          <p:nvPr/>
        </p:nvGrpSpPr>
        <p:grpSpPr>
          <a:xfrm>
            <a:off x="8469884" y="2010844"/>
            <a:ext cx="4071549" cy="1307362"/>
            <a:chOff x="1009661" y="2035197"/>
            <a:chExt cx="4071549" cy="1307362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FEFBD3B2-4179-4F7A-AE0F-BD6D6F2173AF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3B0F5557-76D8-4CD2-8E56-DF0C568856EC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46" name="Rectangle: Rounded Corners 245">
                  <a:extLst>
                    <a:ext uri="{FF2B5EF4-FFF2-40B4-BE49-F238E27FC236}">
                      <a16:creationId xmlns:a16="http://schemas.microsoft.com/office/drawing/2014/main" id="{3BF03063-A42C-4F3A-A2FE-7B4699ED4FC5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47" name="Rectangle: Rounded Corners 246">
                  <a:extLst>
                    <a:ext uri="{FF2B5EF4-FFF2-40B4-BE49-F238E27FC236}">
                      <a16:creationId xmlns:a16="http://schemas.microsoft.com/office/drawing/2014/main" id="{A149B4C0-3ABD-4338-B727-EBE25C58FA96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45" name="Rectangle: Rounded Corners 244">
                <a:extLst>
                  <a:ext uri="{FF2B5EF4-FFF2-40B4-BE49-F238E27FC236}">
                    <a16:creationId xmlns:a16="http://schemas.microsoft.com/office/drawing/2014/main" id="{77AC0BF9-AC9E-4BDF-A2A0-58C36588F5B7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375E5B09-E092-4415-9608-34C6E533551E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B7B02C1-5048-44FB-8E33-DFABAC407B38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321EBF5-B92E-4EB5-B044-7710D1FB862E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82515511-72A1-4125-A503-28466A8EFAB1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5ABC2DD7-8232-4DC2-898A-B0044B6B1987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7CE90B5F-E571-4805-BF45-8BD78EF4282B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A0BFA108-FDD0-4FC6-95BC-F5E80D388A17}"/>
              </a:ext>
            </a:extLst>
          </p:cNvPr>
          <p:cNvGrpSpPr/>
          <p:nvPr/>
        </p:nvGrpSpPr>
        <p:grpSpPr>
          <a:xfrm>
            <a:off x="4708820" y="3933652"/>
            <a:ext cx="4071549" cy="1307362"/>
            <a:chOff x="1009661" y="2035197"/>
            <a:chExt cx="4071549" cy="1307362"/>
          </a:xfrm>
        </p:grpSpPr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FF5510C-A56C-4BA3-ACE6-1B6F17598E5A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F1D79A4B-7A6D-4C9B-97D2-699DAFB26F8C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58" name="Rectangle: Rounded Corners 257">
                  <a:extLst>
                    <a:ext uri="{FF2B5EF4-FFF2-40B4-BE49-F238E27FC236}">
                      <a16:creationId xmlns:a16="http://schemas.microsoft.com/office/drawing/2014/main" id="{19F2AD10-3AB7-4CD8-A468-9FAC2C56ED4B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59" name="Rectangle: Rounded Corners 258">
                  <a:extLst>
                    <a:ext uri="{FF2B5EF4-FFF2-40B4-BE49-F238E27FC236}">
                      <a16:creationId xmlns:a16="http://schemas.microsoft.com/office/drawing/2014/main" id="{72E9D71C-5004-4EB2-9057-81ECDD0520C1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57" name="Rectangle: Rounded Corners 256">
                <a:extLst>
                  <a:ext uri="{FF2B5EF4-FFF2-40B4-BE49-F238E27FC236}">
                    <a16:creationId xmlns:a16="http://schemas.microsoft.com/office/drawing/2014/main" id="{FF270928-F055-4D4F-B262-08FBFDF92EF5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7FA048F6-BDF4-4C62-87E6-1E83EC36AD62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01071844-DEF0-453B-A2C5-97B217DDEA7F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2B6B833C-AAC1-4A29-BE14-0835E15FF1FC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F5114A74-5911-4AD5-A3B1-D7212535E62C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D26E8060-C70A-46B2-9BF6-4868CD057C96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57AC8160-3E67-43EF-B30F-4758C5729FA4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AD3372BE-EBAD-4EDE-A8B4-DBB8E345C9AE}"/>
              </a:ext>
            </a:extLst>
          </p:cNvPr>
          <p:cNvGrpSpPr/>
          <p:nvPr/>
        </p:nvGrpSpPr>
        <p:grpSpPr>
          <a:xfrm>
            <a:off x="8578352" y="3890678"/>
            <a:ext cx="4071549" cy="1307362"/>
            <a:chOff x="1009661" y="2035197"/>
            <a:chExt cx="4071549" cy="1307362"/>
          </a:xfrm>
        </p:grpSpPr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87FCBB68-8E59-454C-9B73-3E931C6A504C}"/>
                </a:ext>
              </a:extLst>
            </p:cNvPr>
            <p:cNvGrpSpPr/>
            <p:nvPr/>
          </p:nvGrpSpPr>
          <p:grpSpPr>
            <a:xfrm>
              <a:off x="1009661" y="2035197"/>
              <a:ext cx="1301832" cy="1307362"/>
              <a:chOff x="1418899" y="1821327"/>
              <a:chExt cx="1301832" cy="1307362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2ABCB696-D078-4CB8-A3BE-CC872AFB7C72}"/>
                  </a:ext>
                </a:extLst>
              </p:cNvPr>
              <p:cNvGrpSpPr/>
              <p:nvPr/>
            </p:nvGrpSpPr>
            <p:grpSpPr>
              <a:xfrm>
                <a:off x="1418899" y="1821327"/>
                <a:ext cx="1301832" cy="1307362"/>
                <a:chOff x="1682592" y="1817834"/>
                <a:chExt cx="1301832" cy="1307362"/>
              </a:xfrm>
            </p:grpSpPr>
            <p:sp>
              <p:nvSpPr>
                <p:cNvPr id="270" name="Rectangle: Rounded Corners 269">
                  <a:extLst>
                    <a:ext uri="{FF2B5EF4-FFF2-40B4-BE49-F238E27FC236}">
                      <a16:creationId xmlns:a16="http://schemas.microsoft.com/office/drawing/2014/main" id="{E0CC252F-79F9-496C-886C-20D309020FB7}"/>
                    </a:ext>
                  </a:extLst>
                </p:cNvPr>
                <p:cNvSpPr/>
                <p:nvPr/>
              </p:nvSpPr>
              <p:spPr>
                <a:xfrm>
                  <a:off x="1682592" y="1817834"/>
                  <a:ext cx="1301832" cy="1307362"/>
                </a:xfrm>
                <a:prstGeom prst="roundRect">
                  <a:avLst>
                    <a:gd name="adj" fmla="val 15545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38100">
                  <a:solidFill>
                    <a:srgbClr val="0055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sp>
              <p:nvSpPr>
                <p:cNvPr id="271" name="Rectangle: Rounded Corners 270">
                  <a:extLst>
                    <a:ext uri="{FF2B5EF4-FFF2-40B4-BE49-F238E27FC236}">
                      <a16:creationId xmlns:a16="http://schemas.microsoft.com/office/drawing/2014/main" id="{4EF28440-4AA7-4882-B604-81D3791393D7}"/>
                    </a:ext>
                  </a:extLst>
                </p:cNvPr>
                <p:cNvSpPr/>
                <p:nvPr/>
              </p:nvSpPr>
              <p:spPr>
                <a:xfrm>
                  <a:off x="1739199" y="1877984"/>
                  <a:ext cx="1198689" cy="1184034"/>
                </a:xfrm>
                <a:prstGeom prst="roundRect">
                  <a:avLst>
                    <a:gd name="adj" fmla="val 1282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269" name="Rectangle: Rounded Corners 268">
                <a:extLst>
                  <a:ext uri="{FF2B5EF4-FFF2-40B4-BE49-F238E27FC236}">
                    <a16:creationId xmlns:a16="http://schemas.microsoft.com/office/drawing/2014/main" id="{ADC2C285-CEF3-40A1-86EC-C125415FAEE9}"/>
                  </a:ext>
                </a:extLst>
              </p:cNvPr>
              <p:cNvSpPr/>
              <p:nvPr/>
            </p:nvSpPr>
            <p:spPr>
              <a:xfrm>
                <a:off x="1496044" y="1894710"/>
                <a:ext cx="1157449" cy="1150664"/>
              </a:xfrm>
              <a:prstGeom prst="roundRect">
                <a:avLst>
                  <a:gd name="adj" fmla="val 12825"/>
                </a:avLst>
              </a:prstGeom>
              <a:blipFill dpi="0"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t="-1427" b="-14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D4E6751-FBAC-439F-B8C8-365B8ED02CCA}"/>
                </a:ext>
              </a:extLst>
            </p:cNvPr>
            <p:cNvGrpSpPr/>
            <p:nvPr/>
          </p:nvGrpSpPr>
          <p:grpSpPr>
            <a:xfrm>
              <a:off x="2400499" y="2093835"/>
              <a:ext cx="2680711" cy="676436"/>
              <a:chOff x="2427546" y="2020823"/>
              <a:chExt cx="2038781" cy="676436"/>
            </a:xfrm>
          </p:grpSpPr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D3AEF426-E0F8-4D64-AC12-D11026D09CF3}"/>
                  </a:ext>
                </a:extLst>
              </p:cNvPr>
              <p:cNvSpPr txBox="1"/>
              <p:nvPr/>
            </p:nvSpPr>
            <p:spPr>
              <a:xfrm>
                <a:off x="2448906" y="2050928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E2385807-A820-492C-9340-E6F6A6859D89}"/>
                  </a:ext>
                </a:extLst>
              </p:cNvPr>
              <p:cNvSpPr txBox="1"/>
              <p:nvPr/>
            </p:nvSpPr>
            <p:spPr>
              <a:xfrm>
                <a:off x="2427546" y="2020823"/>
                <a:ext cx="20174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Họ và Tên</a:t>
                </a:r>
                <a:endParaRPr lang="vi-VN" sz="36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B7F75FC7-300F-4895-8A03-A60C3B69D85B}"/>
                </a:ext>
              </a:extLst>
            </p:cNvPr>
            <p:cNvGrpSpPr/>
            <p:nvPr/>
          </p:nvGrpSpPr>
          <p:grpSpPr>
            <a:xfrm>
              <a:off x="2411700" y="2718936"/>
              <a:ext cx="2669510" cy="476191"/>
              <a:chOff x="2411700" y="2718936"/>
              <a:chExt cx="2669510" cy="476191"/>
            </a:xfrm>
          </p:grpSpPr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8DD08645-F212-457B-BBC8-06554CE88D6F}"/>
                  </a:ext>
                </a:extLst>
              </p:cNvPr>
              <p:cNvSpPr txBox="1"/>
              <p:nvPr/>
            </p:nvSpPr>
            <p:spPr>
              <a:xfrm>
                <a:off x="2428584" y="2733462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0055A6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rgbClr val="0055A6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C81E660B-C4F5-49AB-B91A-D1D8E5970A36}"/>
                  </a:ext>
                </a:extLst>
              </p:cNvPr>
              <p:cNvSpPr txBox="1"/>
              <p:nvPr/>
            </p:nvSpPr>
            <p:spPr>
              <a:xfrm>
                <a:off x="2411700" y="2718936"/>
                <a:ext cx="26526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Mã SV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76926CA0-3EA2-4A4E-8730-3722F9607CE2}"/>
              </a:ext>
            </a:extLst>
          </p:cNvPr>
          <p:cNvGrpSpPr/>
          <p:nvPr/>
        </p:nvGrpSpPr>
        <p:grpSpPr>
          <a:xfrm>
            <a:off x="1801339" y="999797"/>
            <a:ext cx="4607462" cy="677474"/>
            <a:chOff x="1742768" y="991336"/>
            <a:chExt cx="4607462" cy="677474"/>
          </a:xfrm>
        </p:grpSpPr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322869BE-BA99-416E-8BA8-AF1C79CA3ACB}"/>
                </a:ext>
              </a:extLst>
            </p:cNvPr>
            <p:cNvSpPr txBox="1"/>
            <p:nvPr/>
          </p:nvSpPr>
          <p:spPr>
            <a:xfrm>
              <a:off x="1757463" y="1022479"/>
              <a:ext cx="4592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55A6"/>
                  </a:solidFill>
                  <a:latin typeface="Lobster" panose="00000500000000000000" pitchFamily="2" charset="-93"/>
                </a:rPr>
                <a:t>Chủ đề thuyết trình</a:t>
              </a:r>
              <a:endParaRPr lang="vi-VN" sz="3600">
                <a:solidFill>
                  <a:srgbClr val="0055A6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21CD5EE2-1011-4846-A6F1-B7F7A4BF3878}"/>
                </a:ext>
              </a:extLst>
            </p:cNvPr>
            <p:cNvSpPr txBox="1"/>
            <p:nvPr/>
          </p:nvSpPr>
          <p:spPr>
            <a:xfrm>
              <a:off x="1742768" y="991336"/>
              <a:ext cx="4592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chemeClr val="bg1"/>
                  </a:solidFill>
                  <a:latin typeface="Lobster" panose="00000500000000000000" pitchFamily="2" charset="-93"/>
                </a:rPr>
                <a:t>Chủ đề thuyết trình</a:t>
              </a:r>
              <a:endParaRPr lang="vi-VN" sz="36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</p:grpSp>
      <p:pic>
        <p:nvPicPr>
          <p:cNvPr id="275" name="Picture 274">
            <a:extLst>
              <a:ext uri="{FF2B5EF4-FFF2-40B4-BE49-F238E27FC236}">
                <a16:creationId xmlns:a16="http://schemas.microsoft.com/office/drawing/2014/main" id="{ADC44D30-8B32-4789-AEEF-D6A413BEDF8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889" b="90463" l="61979" r="72188">
                        <a14:foregroundMark x1="62604" y1="78333" x2="63177" y2="80556"/>
                        <a14:foregroundMark x1="61979" y1="77037" x2="61979" y2="77037"/>
                        <a14:foregroundMark x1="64323" y1="85648" x2="64323" y2="85648"/>
                        <a14:backgroundMark x1="66094" y1="86852" x2="66250" y2="87222"/>
                        <a14:backgroundMark x1="69323" y1="89167" x2="70521" y2="89074"/>
                        <a14:backgroundMark x1="66094" y1="87593" x2="66563" y2="88333"/>
                        <a14:backgroundMark x1="66042" y1="86204" x2="66823" y2="87593"/>
                        <a14:backgroundMark x1="67604" y1="88056" x2="67865" y2="88148"/>
                      </a14:backgroundRemoval>
                    </a14:imgEffect>
                  </a14:imgLayer>
                </a14:imgProps>
              </a:ext>
            </a:extLst>
          </a:blip>
          <a:srcRect l="61334" t="71824" r="26567" b="7462"/>
          <a:stretch/>
        </p:blipFill>
        <p:spPr>
          <a:xfrm>
            <a:off x="11119532" y="114441"/>
            <a:ext cx="1154166" cy="1111427"/>
          </a:xfrm>
          <a:prstGeom prst="rect">
            <a:avLst/>
          </a:prstGeom>
        </p:spPr>
      </p:pic>
      <p:grpSp>
        <p:nvGrpSpPr>
          <p:cNvPr id="276" name="Group 275">
            <a:extLst>
              <a:ext uri="{FF2B5EF4-FFF2-40B4-BE49-F238E27FC236}">
                <a16:creationId xmlns:a16="http://schemas.microsoft.com/office/drawing/2014/main" id="{C1583674-CF76-4222-A929-DB9DB9BA6788}"/>
              </a:ext>
            </a:extLst>
          </p:cNvPr>
          <p:cNvGrpSpPr/>
          <p:nvPr/>
        </p:nvGrpSpPr>
        <p:grpSpPr>
          <a:xfrm>
            <a:off x="4713550" y="5607471"/>
            <a:ext cx="2754360" cy="1030451"/>
            <a:chOff x="4713550" y="5509283"/>
            <a:chExt cx="2754360" cy="1075803"/>
          </a:xfrm>
        </p:grpSpPr>
        <p:sp>
          <p:nvSpPr>
            <p:cNvPr id="277" name="Rectangle: Rounded Corners 276">
              <a:extLst>
                <a:ext uri="{FF2B5EF4-FFF2-40B4-BE49-F238E27FC236}">
                  <a16:creationId xmlns:a16="http://schemas.microsoft.com/office/drawing/2014/main" id="{0896035F-42B3-4BD2-932A-0456F62C15B6}"/>
                </a:ext>
              </a:extLst>
            </p:cNvPr>
            <p:cNvSpPr/>
            <p:nvPr/>
          </p:nvSpPr>
          <p:spPr>
            <a:xfrm>
              <a:off x="4713550" y="5509283"/>
              <a:ext cx="2754360" cy="97448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C74C0"/>
                </a:gs>
                <a:gs pos="42000">
                  <a:srgbClr val="DF166C"/>
                </a:gs>
              </a:gsLst>
              <a:lin ang="5400000" scaled="1"/>
            </a:gradFill>
            <a:ln w="38100">
              <a:solidFill>
                <a:srgbClr val="F249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71A39CFC-E322-4BEB-BE6D-36A9CFB9D679}"/>
                </a:ext>
              </a:extLst>
            </p:cNvPr>
            <p:cNvGrpSpPr/>
            <p:nvPr/>
          </p:nvGrpSpPr>
          <p:grpSpPr>
            <a:xfrm>
              <a:off x="4758585" y="5716061"/>
              <a:ext cx="2663728" cy="869025"/>
              <a:chOff x="4758585" y="5716061"/>
              <a:chExt cx="2663728" cy="869025"/>
            </a:xfrm>
          </p:grpSpPr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0E70B527-6A86-44C5-9A63-70BBD834BFD0}"/>
                  </a:ext>
                </a:extLst>
              </p:cNvPr>
              <p:cNvSpPr txBox="1"/>
              <p:nvPr/>
            </p:nvSpPr>
            <p:spPr>
              <a:xfrm>
                <a:off x="4769687" y="5754089"/>
                <a:ext cx="26526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9A0544"/>
                    </a:solidFill>
                    <a:latin typeface="Lobster" panose="020F0502020204030204" pitchFamily="2" charset="-93"/>
                  </a:rPr>
                  <a:t>Bắt Đầu thuyết trình</a:t>
                </a:r>
                <a:endParaRPr lang="vi-VN" sz="2400">
                  <a:solidFill>
                    <a:srgbClr val="9A0544"/>
                  </a:solidFill>
                  <a:latin typeface="Lobster" panose="020F0502020204030204" pitchFamily="2" charset="-93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713EB04-BF09-4842-ABA1-CBC5E65E4217}"/>
                  </a:ext>
                </a:extLst>
              </p:cNvPr>
              <p:cNvSpPr txBox="1"/>
              <p:nvPr/>
            </p:nvSpPr>
            <p:spPr>
              <a:xfrm>
                <a:off x="4758585" y="5716061"/>
                <a:ext cx="2652626" cy="481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solidFill>
                      <a:schemeClr val="bg1"/>
                    </a:solidFill>
                    <a:latin typeface="Lobster" panose="020F0502020204030204" pitchFamily="2" charset="-93"/>
                  </a:rPr>
                  <a:t>Bắt Đầu thuyết trình</a:t>
                </a:r>
                <a:endParaRPr lang="vi-VN" sz="2400">
                  <a:solidFill>
                    <a:schemeClr val="bg1"/>
                  </a:solidFill>
                  <a:latin typeface="Lobster" panose="020F0502020204030204" pitchFamily="2" charset="-93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429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1F1A3B1-048D-4161-82CD-CA7C623B1DEC}"/>
              </a:ext>
            </a:extLst>
          </p:cNvPr>
          <p:cNvSpPr/>
          <p:nvPr/>
        </p:nvSpPr>
        <p:spPr>
          <a:xfrm>
            <a:off x="11349916" y="0"/>
            <a:ext cx="842083" cy="6858000"/>
          </a:xfrm>
          <a:prstGeom prst="rect">
            <a:avLst/>
          </a:prstGeom>
          <a:gradFill>
            <a:gsLst>
              <a:gs pos="0">
                <a:srgbClr val="FB5391"/>
              </a:gs>
              <a:gs pos="31000">
                <a:srgbClr val="FE6AB1"/>
              </a:gs>
              <a:gs pos="61000">
                <a:srgbClr val="FD8DC0"/>
              </a:gs>
              <a:gs pos="100000">
                <a:srgbClr val="FA569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69" name="Picture 68" descr="A picture containing clipart&#10;&#10;Description automatically generated">
            <a:extLst>
              <a:ext uri="{FF2B5EF4-FFF2-40B4-BE49-F238E27FC236}">
                <a16:creationId xmlns:a16="http://schemas.microsoft.com/office/drawing/2014/main" id="{E8DB20EA-5D6D-4495-B5E2-2D5CAB2A2B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86" b="89908" l="52561" r="84512">
                        <a14:foregroundMark x1="79634" y1="28135" x2="79634" y2="28135"/>
                        <a14:foregroundMark x1="78415" y1="27829" x2="79756" y2="33028"/>
                        <a14:foregroundMark x1="78293" y1="26911" x2="78293" y2="26911"/>
                        <a14:foregroundMark x1="79390" y1="56269" x2="79634" y2="59021"/>
                        <a14:foregroundMark x1="81098" y1="45566" x2="81098" y2="45566"/>
                        <a14:foregroundMark x1="52561" y1="55352" x2="52561" y2="55352"/>
                        <a14:foregroundMark x1="71829" y1="39144" x2="75488" y2="51682"/>
                        <a14:foregroundMark x1="79634" y1="31804" x2="79634" y2="31804"/>
                        <a14:foregroundMark x1="80122" y1="29358" x2="80122" y2="29358"/>
                        <a14:foregroundMark x1="79268" y1="27829" x2="79268" y2="27829"/>
                        <a14:foregroundMark x1="78659" y1="25994" x2="78659" y2="25994"/>
                        <a14:foregroundMark x1="57195" y1="44648" x2="58780" y2="47706"/>
                        <a14:foregroundMark x1="62439" y1="64832" x2="64756" y2="73700"/>
                        <a14:foregroundMark x1="72683" y1="37309" x2="76220" y2="40367"/>
                        <a14:foregroundMark x1="80000" y1="54128" x2="80000" y2="62385"/>
                        <a14:foregroundMark x1="80976" y1="45260" x2="80976" y2="45260"/>
                        <a14:foregroundMark x1="67805" y1="69113" x2="70976" y2="74006"/>
                        <a14:foregroundMark x1="68171" y1="73089" x2="68659" y2="75229"/>
                        <a14:foregroundMark x1="56463" y1="52599" x2="58415" y2="657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941" r="11449"/>
          <a:stretch/>
        </p:blipFill>
        <p:spPr>
          <a:xfrm>
            <a:off x="11444253" y="409187"/>
            <a:ext cx="751886" cy="756975"/>
          </a:xfrm>
          <a:prstGeom prst="rect">
            <a:avLst/>
          </a:prstGeom>
        </p:spPr>
      </p:pic>
      <p:pic>
        <p:nvPicPr>
          <p:cNvPr id="71" name="Picture 70" descr="A picture containing clipart&#10;&#10;Description automatically generated">
            <a:extLst>
              <a:ext uri="{FF2B5EF4-FFF2-40B4-BE49-F238E27FC236}">
                <a16:creationId xmlns:a16="http://schemas.microsoft.com/office/drawing/2014/main" id="{65BA59D0-E23D-45FC-8AE9-FB1DA4C66E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6951" r="48684">
                        <a14:foregroundMark x1="35976" y1="50153" x2="36341" y2="498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985" r="47350"/>
          <a:stretch/>
        </p:blipFill>
        <p:spPr>
          <a:xfrm rot="2840886">
            <a:off x="11329778" y="1221356"/>
            <a:ext cx="980836" cy="9861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F38288F-C534-45CC-A650-DB6C53F0A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410" b="89945" l="10000" r="90000">
                        <a14:foregroundMark x1="46333" y1="27605" x2="47667" y2="29616"/>
                        <a14:foregroundMark x1="51556" y1="8410" x2="51556" y2="8410"/>
                        <a14:foregroundMark x1="71000" y1="54113" x2="72333" y2="60146"/>
                        <a14:foregroundMark x1="72333" y1="39671" x2="72333" y2="39671"/>
                        <a14:foregroundMark x1="71444" y1="38208" x2="72556" y2="41865"/>
                        <a14:foregroundMark x1="72444" y1="38757" x2="72444" y2="38757"/>
                        <a14:foregroundMark x1="72222" y1="36929" x2="72778" y2="39671"/>
                        <a14:foregroundMark x1="72778" y1="38757" x2="72778" y2="38757"/>
                        <a14:foregroundMark x1="73111" y1="38208" x2="73111" y2="38208"/>
                        <a14:foregroundMark x1="52111" y1="89580" x2="52111" y2="89580"/>
                        <a14:foregroundMark x1="72222" y1="69470" x2="72222" y2="69470"/>
                        <a14:foregroundMark x1="72333" y1="69287" x2="71889" y2="69287"/>
                        <a14:foregroundMark x1="72444" y1="69287" x2="71889" y2="70932"/>
                        <a14:foregroundMark x1="72667" y1="67459" x2="72667" y2="68556"/>
                        <a14:foregroundMark x1="72667" y1="69287" x2="72667" y2="69287"/>
                        <a14:foregroundMark x1="72889" y1="69470" x2="72889" y2="69470"/>
                        <a14:foregroundMark x1="72556" y1="70567" x2="72556" y2="70567"/>
                        <a14:foregroundMark x1="72222" y1="37477" x2="72222" y2="37477"/>
                        <a14:foregroundMark x1="63778" y1="44241" x2="67667" y2="54296"/>
                        <a14:foregroundMark x1="73556" y1="40402" x2="73556" y2="40402"/>
                        <a14:foregroundMark x1="73222" y1="38574" x2="73222" y2="385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8642">
            <a:off x="11140386" y="2351507"/>
            <a:ext cx="1250348" cy="7599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495A38E-8627-4A42-85CE-1CFD96689C2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53" b="30176" l="2562" r="23055">
                        <a14:foregroundMark x1="3474" y1="12969" x2="3226" y2="13652"/>
                        <a14:foregroundMark x1="22084" y1="13652" x2="22084" y2="18089"/>
                        <a14:foregroundMark x1="16625" y1="12628" x2="19107" y2="15358"/>
                        <a14:foregroundMark x1="9181" y1="10580" x2="10422" y2="105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4383" b="66471"/>
          <a:stretch/>
        </p:blipFill>
        <p:spPr>
          <a:xfrm rot="788778">
            <a:off x="11415125" y="3583561"/>
            <a:ext cx="709400" cy="67508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0BCF914-079F-4F33-86B0-251010B258A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2014" b="97952" l="1737" r="22581">
                        <a14:foregroundMark x1="3970" y1="79181" x2="4715" y2="91126"/>
                        <a14:foregroundMark x1="2481" y1="79181" x2="3226" y2="86007"/>
                        <a14:foregroundMark x1="2978" y1="92150" x2="4467" y2="95563"/>
                        <a14:foregroundMark x1="1985" y1="95563" x2="1985" y2="95563"/>
                        <a14:foregroundMark x1="20347" y1="91809" x2="20347" y2="93174"/>
                        <a14:foregroundMark x1="20347" y1="84300" x2="20347" y2="90785"/>
                        <a14:foregroundMark x1="13151" y1="96928" x2="13151" y2="96928"/>
                        <a14:foregroundMark x1="10422" y1="97270" x2="10422" y2="97270"/>
                        <a14:foregroundMark x1="14392" y1="74744" x2="14392" y2="74744"/>
                        <a14:foregroundMark x1="13896" y1="97270" x2="14144" y2="97270"/>
                        <a14:foregroundMark x1="15881" y1="97270" x2="15881" y2="97270"/>
                        <a14:foregroundMark x1="19355" y1="96928" x2="19851" y2="96928"/>
                        <a14:foregroundMark x1="22084" y1="96928" x2="22084" y2="96928"/>
                        <a14:foregroundMark x1="22581" y1="97952" x2="22581" y2="97952"/>
                        <a14:foregroundMark x1="22333" y1="78157" x2="22333" y2="781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9049" r="74969"/>
          <a:stretch/>
        </p:blipFill>
        <p:spPr>
          <a:xfrm rot="20174941">
            <a:off x="11435365" y="4773882"/>
            <a:ext cx="716854" cy="64445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9AAF9EF3-498C-448F-8A30-7267FE93337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 rot="19637950">
            <a:off x="11421287" y="5868200"/>
            <a:ext cx="688547" cy="626069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72C6425A-FD77-490B-9308-AE4CBF6370F2}"/>
              </a:ext>
            </a:extLst>
          </p:cNvPr>
          <p:cNvSpPr/>
          <p:nvPr/>
        </p:nvSpPr>
        <p:spPr>
          <a:xfrm>
            <a:off x="771045" y="21870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E48DAD-606B-4086-A845-86EA94DB3DBD}"/>
              </a:ext>
            </a:extLst>
          </p:cNvPr>
          <p:cNvSpPr/>
          <p:nvPr/>
        </p:nvSpPr>
        <p:spPr>
          <a:xfrm>
            <a:off x="0" y="8695"/>
            <a:ext cx="1089498" cy="6858000"/>
          </a:xfrm>
          <a:custGeom>
            <a:avLst/>
            <a:gdLst>
              <a:gd name="connsiteX0" fmla="*/ 0 w 1082040"/>
              <a:gd name="connsiteY0" fmla="*/ 0 h 6858000"/>
              <a:gd name="connsiteX1" fmla="*/ 828035 w 1082040"/>
              <a:gd name="connsiteY1" fmla="*/ 0 h 6858000"/>
              <a:gd name="connsiteX2" fmla="*/ 1082040 w 1082040"/>
              <a:gd name="connsiteY2" fmla="*/ 254005 h 6858000"/>
              <a:gd name="connsiteX3" fmla="*/ 1082040 w 1082040"/>
              <a:gd name="connsiteY3" fmla="*/ 6603995 h 6858000"/>
              <a:gd name="connsiteX4" fmla="*/ 828035 w 1082040"/>
              <a:gd name="connsiteY4" fmla="*/ 6858000 h 6858000"/>
              <a:gd name="connsiteX5" fmla="*/ 0 w 1082040"/>
              <a:gd name="connsiteY5" fmla="*/ 6858000 h 6858000"/>
              <a:gd name="connsiteX6" fmla="*/ 0 w 108204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040" h="6858000">
                <a:moveTo>
                  <a:pt x="0" y="0"/>
                </a:moveTo>
                <a:lnTo>
                  <a:pt x="828035" y="0"/>
                </a:lnTo>
                <a:cubicBezTo>
                  <a:pt x="968318" y="0"/>
                  <a:pt x="1082040" y="113722"/>
                  <a:pt x="1082040" y="254005"/>
                </a:cubicBezTo>
                <a:lnTo>
                  <a:pt x="1082040" y="6603995"/>
                </a:lnTo>
                <a:cubicBezTo>
                  <a:pt x="1082040" y="6744278"/>
                  <a:pt x="968318" y="6858000"/>
                  <a:pt x="828035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CDEA"/>
              </a:gs>
              <a:gs pos="74000">
                <a:srgbClr val="FFAFDD"/>
              </a:gs>
              <a:gs pos="83000">
                <a:srgbClr val="FFCDEA"/>
              </a:gs>
              <a:gs pos="100000">
                <a:srgbClr val="FFAFD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ED6AB7-81E0-4BD2-8C5E-7B9F47122F48}"/>
              </a:ext>
            </a:extLst>
          </p:cNvPr>
          <p:cNvGrpSpPr/>
          <p:nvPr/>
        </p:nvGrpSpPr>
        <p:grpSpPr>
          <a:xfrm>
            <a:off x="77262" y="317101"/>
            <a:ext cx="923736" cy="907089"/>
            <a:chOff x="5611394" y="4359431"/>
            <a:chExt cx="1204617" cy="117352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0ED50D8-93A1-4DBD-B651-3CBB0B09B3E1}"/>
                </a:ext>
              </a:extLst>
            </p:cNvPr>
            <p:cNvSpPr/>
            <p:nvPr/>
          </p:nvSpPr>
          <p:spPr>
            <a:xfrm>
              <a:off x="5639073" y="4383773"/>
              <a:ext cx="1146250" cy="1117433"/>
            </a:xfrm>
            <a:prstGeom prst="roundRect">
              <a:avLst>
                <a:gd name="adj" fmla="val 19882"/>
              </a:avLst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290" b="-1290"/>
              </a:stretch>
            </a:blipFill>
            <a:ln w="76200">
              <a:solidFill>
                <a:srgbClr val="6F4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81210E3-8DD4-4B52-958A-69B4C2F9884A}"/>
                </a:ext>
              </a:extLst>
            </p:cNvPr>
            <p:cNvSpPr/>
            <p:nvPr/>
          </p:nvSpPr>
          <p:spPr>
            <a:xfrm>
              <a:off x="5751281" y="4385458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FD9B83-DE4A-458B-8468-164D493B2FA5}"/>
                </a:ext>
              </a:extLst>
            </p:cNvPr>
            <p:cNvSpPr/>
            <p:nvPr/>
          </p:nvSpPr>
          <p:spPr>
            <a:xfrm>
              <a:off x="5892940" y="4359432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0B41A4A-CFEE-4DD0-BBDE-3EB7AB75D0D0}"/>
                </a:ext>
              </a:extLst>
            </p:cNvPr>
            <p:cNvSpPr/>
            <p:nvPr/>
          </p:nvSpPr>
          <p:spPr>
            <a:xfrm>
              <a:off x="6034765" y="4374297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011B900-5E0B-40A7-8E32-05448BD8B305}"/>
                </a:ext>
              </a:extLst>
            </p:cNvPr>
            <p:cNvSpPr/>
            <p:nvPr/>
          </p:nvSpPr>
          <p:spPr>
            <a:xfrm>
              <a:off x="6169666" y="4359431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C75E2FE-45F1-4503-AB79-3D56A9015F5C}"/>
                </a:ext>
              </a:extLst>
            </p:cNvPr>
            <p:cNvSpPr/>
            <p:nvPr/>
          </p:nvSpPr>
          <p:spPr>
            <a:xfrm>
              <a:off x="6283148" y="4374296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E632FD4-E987-4474-ABA7-7ACD02B53539}"/>
                </a:ext>
              </a:extLst>
            </p:cNvPr>
            <p:cNvSpPr/>
            <p:nvPr/>
          </p:nvSpPr>
          <p:spPr>
            <a:xfrm>
              <a:off x="6397559" y="4360635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9FE828-3EAE-4859-BB49-F2E9F15F73CB}"/>
                </a:ext>
              </a:extLst>
            </p:cNvPr>
            <p:cNvSpPr/>
            <p:nvPr/>
          </p:nvSpPr>
          <p:spPr>
            <a:xfrm>
              <a:off x="6547019" y="437059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197BEC-5912-4908-8C86-740282954F36}"/>
                </a:ext>
              </a:extLst>
            </p:cNvPr>
            <p:cNvSpPr/>
            <p:nvPr/>
          </p:nvSpPr>
          <p:spPr>
            <a:xfrm>
              <a:off x="6668911" y="4402495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805DF12-FFAF-4DC2-88D2-C2454E0AB079}"/>
                </a:ext>
              </a:extLst>
            </p:cNvPr>
            <p:cNvSpPr/>
            <p:nvPr/>
          </p:nvSpPr>
          <p:spPr>
            <a:xfrm>
              <a:off x="6737625" y="4486190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6FEFB-9CBA-473B-A0B3-485324E58A16}"/>
                </a:ext>
              </a:extLst>
            </p:cNvPr>
            <p:cNvSpPr/>
            <p:nvPr/>
          </p:nvSpPr>
          <p:spPr>
            <a:xfrm>
              <a:off x="6770292" y="4608273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78B656D-19FB-416F-9F8C-888C623DAC4F}"/>
                </a:ext>
              </a:extLst>
            </p:cNvPr>
            <p:cNvSpPr/>
            <p:nvPr/>
          </p:nvSpPr>
          <p:spPr>
            <a:xfrm>
              <a:off x="6760484" y="471146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F3841F4-DF55-4BDA-9B49-394B66FB71A6}"/>
                </a:ext>
              </a:extLst>
            </p:cNvPr>
            <p:cNvSpPr/>
            <p:nvPr/>
          </p:nvSpPr>
          <p:spPr>
            <a:xfrm>
              <a:off x="6763215" y="4833550"/>
              <a:ext cx="45719" cy="45719"/>
            </a:xfrm>
            <a:prstGeom prst="ellipse">
              <a:avLst/>
            </a:prstGeom>
            <a:solidFill>
              <a:srgbClr val="CC3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BDA52A-AE23-4218-923E-30FAAE16EB91}"/>
                </a:ext>
              </a:extLst>
            </p:cNvPr>
            <p:cNvSpPr/>
            <p:nvPr/>
          </p:nvSpPr>
          <p:spPr>
            <a:xfrm>
              <a:off x="5666236" y="4461313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88D238-2148-4453-807A-7467E93103C1}"/>
                </a:ext>
              </a:extLst>
            </p:cNvPr>
            <p:cNvSpPr/>
            <p:nvPr/>
          </p:nvSpPr>
          <p:spPr>
            <a:xfrm>
              <a:off x="5618193" y="4659285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2807FD4-FC09-441D-B1E4-23533D2CD68A}"/>
                </a:ext>
              </a:extLst>
            </p:cNvPr>
            <p:cNvSpPr/>
            <p:nvPr/>
          </p:nvSpPr>
          <p:spPr>
            <a:xfrm>
              <a:off x="5618193" y="4779987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6C7099C-8BD6-4125-A325-7A45B9AE79B5}"/>
                </a:ext>
              </a:extLst>
            </p:cNvPr>
            <p:cNvSpPr/>
            <p:nvPr/>
          </p:nvSpPr>
          <p:spPr>
            <a:xfrm>
              <a:off x="5613766" y="454802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D58399C-A4AB-46BD-B477-DE6E950A6CFD}"/>
                </a:ext>
              </a:extLst>
            </p:cNvPr>
            <p:cNvSpPr/>
            <p:nvPr/>
          </p:nvSpPr>
          <p:spPr>
            <a:xfrm>
              <a:off x="5611394" y="490910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979D990-E976-46C4-898C-83C2DE0220BE}"/>
                </a:ext>
              </a:extLst>
            </p:cNvPr>
            <p:cNvSpPr/>
            <p:nvPr/>
          </p:nvSpPr>
          <p:spPr>
            <a:xfrm>
              <a:off x="6689067" y="5430857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49B7DD-0C1E-42CB-BD8D-636DF76B9770}"/>
                </a:ext>
              </a:extLst>
            </p:cNvPr>
            <p:cNvSpPr/>
            <p:nvPr/>
          </p:nvSpPr>
          <p:spPr>
            <a:xfrm>
              <a:off x="6759681" y="4954767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576CE3F-3344-45B1-962B-50E27F044B86}"/>
                </a:ext>
              </a:extLst>
            </p:cNvPr>
            <p:cNvSpPr/>
            <p:nvPr/>
          </p:nvSpPr>
          <p:spPr>
            <a:xfrm>
              <a:off x="5618790" y="5031202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5CF38A8-21B8-43F6-92F4-CF2334DA2B1D}"/>
                </a:ext>
              </a:extLst>
            </p:cNvPr>
            <p:cNvSpPr/>
            <p:nvPr/>
          </p:nvSpPr>
          <p:spPr>
            <a:xfrm>
              <a:off x="6770292" y="5082898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B24663-57BD-49A6-B7F3-175445FE0B87}"/>
                </a:ext>
              </a:extLst>
            </p:cNvPr>
            <p:cNvSpPr/>
            <p:nvPr/>
          </p:nvSpPr>
          <p:spPr>
            <a:xfrm>
              <a:off x="5611394" y="5147749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FF3598E-6098-4A21-B94C-F6D2BFCD8EFE}"/>
                </a:ext>
              </a:extLst>
            </p:cNvPr>
            <p:cNvSpPr/>
            <p:nvPr/>
          </p:nvSpPr>
          <p:spPr>
            <a:xfrm>
              <a:off x="5618193" y="5268337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1AE6102-DD04-4E9E-94C1-1E2F0F690D4C}"/>
                </a:ext>
              </a:extLst>
            </p:cNvPr>
            <p:cNvSpPr/>
            <p:nvPr/>
          </p:nvSpPr>
          <p:spPr>
            <a:xfrm>
              <a:off x="6770291" y="5198728"/>
              <a:ext cx="45719" cy="45719"/>
            </a:xfrm>
            <a:prstGeom prst="ellipse">
              <a:avLst/>
            </a:prstGeom>
            <a:solidFill>
              <a:srgbClr val="EF6A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ADDA682-F199-4C8B-AB9A-23B71F3865A3}"/>
                </a:ext>
              </a:extLst>
            </p:cNvPr>
            <p:cNvSpPr/>
            <p:nvPr/>
          </p:nvSpPr>
          <p:spPr>
            <a:xfrm>
              <a:off x="5669738" y="539906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CF5F675-8AAF-4C7B-BF20-957D7B5E2F58}"/>
                </a:ext>
              </a:extLst>
            </p:cNvPr>
            <p:cNvSpPr/>
            <p:nvPr/>
          </p:nvSpPr>
          <p:spPr>
            <a:xfrm>
              <a:off x="6747958" y="5315761"/>
              <a:ext cx="45719" cy="4571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6D2D658-EB40-449E-919B-82332B70610E}"/>
                </a:ext>
              </a:extLst>
            </p:cNvPr>
            <p:cNvSpPr/>
            <p:nvPr/>
          </p:nvSpPr>
          <p:spPr>
            <a:xfrm>
              <a:off x="5931463" y="5487236"/>
              <a:ext cx="45719" cy="45719"/>
            </a:xfrm>
            <a:prstGeom prst="ellipse">
              <a:avLst/>
            </a:prstGeom>
            <a:solidFill>
              <a:srgbClr val="FB36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FA063D0-F7D9-499E-90D7-0BD4128F8E0B}"/>
                </a:ext>
              </a:extLst>
            </p:cNvPr>
            <p:cNvSpPr/>
            <p:nvPr/>
          </p:nvSpPr>
          <p:spPr>
            <a:xfrm>
              <a:off x="5784633" y="5473268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CC1F45F-1FF2-4EE7-AFE3-73445B96DD49}"/>
                </a:ext>
              </a:extLst>
            </p:cNvPr>
            <p:cNvSpPr/>
            <p:nvPr/>
          </p:nvSpPr>
          <p:spPr>
            <a:xfrm>
              <a:off x="6086750" y="5482792"/>
              <a:ext cx="45719" cy="45719"/>
            </a:xfrm>
            <a:prstGeom prst="ellipse">
              <a:avLst/>
            </a:prstGeom>
            <a:solidFill>
              <a:srgbClr val="60BF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BF842FC-582D-4161-9D9C-906FFD803A2F}"/>
                </a:ext>
              </a:extLst>
            </p:cNvPr>
            <p:cNvSpPr/>
            <p:nvPr/>
          </p:nvSpPr>
          <p:spPr>
            <a:xfrm>
              <a:off x="6262606" y="5482791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8EC27A-710B-4AB2-8F6C-E613DF845320}"/>
                </a:ext>
              </a:extLst>
            </p:cNvPr>
            <p:cNvSpPr/>
            <p:nvPr/>
          </p:nvSpPr>
          <p:spPr>
            <a:xfrm>
              <a:off x="6395034" y="5469139"/>
              <a:ext cx="45719" cy="45719"/>
            </a:xfrm>
            <a:prstGeom prst="ellipse">
              <a:avLst/>
            </a:prstGeom>
            <a:solidFill>
              <a:srgbClr val="74CE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686082-19B9-4EE5-99BC-833952D4C94B}"/>
                </a:ext>
              </a:extLst>
            </p:cNvPr>
            <p:cNvSpPr/>
            <p:nvPr/>
          </p:nvSpPr>
          <p:spPr>
            <a:xfrm>
              <a:off x="6560734" y="5475792"/>
              <a:ext cx="45719" cy="45719"/>
            </a:xfrm>
            <a:prstGeom prst="ellipse">
              <a:avLst/>
            </a:prstGeom>
            <a:solidFill>
              <a:srgbClr val="9845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5718C4-62B0-4D3D-B892-FE288F98DAFF}"/>
              </a:ext>
            </a:extLst>
          </p:cNvPr>
          <p:cNvGrpSpPr/>
          <p:nvPr/>
        </p:nvGrpSpPr>
        <p:grpSpPr>
          <a:xfrm>
            <a:off x="-111845" y="1264291"/>
            <a:ext cx="1328454" cy="954848"/>
            <a:chOff x="1779046" y="546146"/>
            <a:chExt cx="2046082" cy="95484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080A6B0-C7CF-4A0D-B38A-60E001ED0C74}"/>
                </a:ext>
              </a:extLst>
            </p:cNvPr>
            <p:cNvSpPr txBox="1"/>
            <p:nvPr/>
          </p:nvSpPr>
          <p:spPr>
            <a:xfrm>
              <a:off x="1807706" y="546887"/>
              <a:ext cx="20174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rgbClr val="9A0544"/>
                  </a:solidFill>
                  <a:latin typeface="Lobster" panose="020F0502020204030204" pitchFamily="2" charset="-93"/>
                </a:rPr>
                <a:t>Tên Nhóm</a:t>
              </a:r>
              <a:endParaRPr lang="vi-VN" sz="2800">
                <a:solidFill>
                  <a:srgbClr val="9A0544"/>
                </a:solidFill>
                <a:latin typeface="Lobster" panose="020F0502020204030204" pitchFamily="2" charset="-93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B87511-BE4A-4808-85EF-086D61591323}"/>
                </a:ext>
              </a:extLst>
            </p:cNvPr>
            <p:cNvSpPr txBox="1"/>
            <p:nvPr/>
          </p:nvSpPr>
          <p:spPr>
            <a:xfrm>
              <a:off x="1779046" y="546146"/>
              <a:ext cx="20174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rgbClr val="FFFFFF"/>
                  </a:solidFill>
                  <a:latin typeface="Lobster" panose="020F0502020204030204" pitchFamily="2" charset="-93"/>
                </a:rPr>
                <a:t>Tên Nhóm</a:t>
              </a:r>
              <a:endParaRPr lang="vi-VN" sz="2800">
                <a:solidFill>
                  <a:srgbClr val="FFFFFF"/>
                </a:solidFill>
                <a:latin typeface="Lobster" panose="020F0502020204030204" pitchFamily="2" charset="-93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9747A09-5123-47E7-975F-F77DEB3046A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6759" b="44352" l="55052" r="58646">
                        <a14:foregroundMark x1="56927" y1="44352" x2="56927" y2="44352"/>
                        <a14:foregroundMark x1="56875" y1="36759" x2="56875" y2="36759"/>
                      </a14:backgroundRemoval>
                    </a14:imgEffect>
                  </a14:imgLayer>
                </a14:imgProps>
              </a:ext>
            </a:extLst>
          </a:blip>
          <a:srcRect l="54667" t="35969" r="40908" b="54832"/>
          <a:stretch/>
        </p:blipFill>
        <p:spPr>
          <a:xfrm rot="20539716">
            <a:off x="189677" y="2231267"/>
            <a:ext cx="539548" cy="63091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F2B2E4D-06E7-4A85-930F-E88BE079EEB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6759" b="44352" l="43594" r="48177">
                        <a14:foregroundMark x1="45052" y1="36759" x2="45052" y2="36759"/>
                      </a14:backgroundRemoval>
                    </a14:imgEffect>
                  </a14:imgLayer>
                </a14:imgProps>
              </a:ext>
            </a:extLst>
          </a:blip>
          <a:srcRect l="43059" t="36230" r="51234" b="54734"/>
          <a:stretch/>
        </p:blipFill>
        <p:spPr>
          <a:xfrm>
            <a:off x="216480" y="3136696"/>
            <a:ext cx="695887" cy="61965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76CD791-D8A8-4731-BCA3-B08E0FD75A56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5185" b="61944" l="54844" r="59167">
                        <a14:foregroundMark x1="57396" y1="55185" x2="57396" y2="55185"/>
                      </a14:backgroundRemoval>
                    </a14:imgEffect>
                  </a14:imgLayer>
                </a14:imgProps>
              </a:ext>
            </a:extLst>
          </a:blip>
          <a:srcRect l="54311" t="54482" r="40250" b="37169"/>
          <a:stretch/>
        </p:blipFill>
        <p:spPr>
          <a:xfrm rot="1593645">
            <a:off x="207139" y="4137152"/>
            <a:ext cx="663202" cy="57249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EBD1EB3-C4B3-4D15-8B9E-DF68EBCCD5A4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 rot="877328">
            <a:off x="156267" y="5071706"/>
            <a:ext cx="716816" cy="57901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E1D4CB6-1638-48E8-8D1D-550E5BF83B63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 rot="1530961">
            <a:off x="163370" y="5930816"/>
            <a:ext cx="627631" cy="640495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C6726D67-BDDA-4998-BFB0-247BB3B991D8}"/>
              </a:ext>
            </a:extLst>
          </p:cNvPr>
          <p:cNvSpPr/>
          <p:nvPr/>
        </p:nvSpPr>
        <p:spPr>
          <a:xfrm>
            <a:off x="1817749" y="21870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CF16D74-E511-4FE9-9C6A-AAA4027A4968}"/>
              </a:ext>
            </a:extLst>
          </p:cNvPr>
          <p:cNvSpPr/>
          <p:nvPr/>
        </p:nvSpPr>
        <p:spPr>
          <a:xfrm>
            <a:off x="2929320" y="13042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5422C6C-1E80-4F83-8B81-B74EAFFC6BB2}"/>
              </a:ext>
            </a:extLst>
          </p:cNvPr>
          <p:cNvSpPr/>
          <p:nvPr/>
        </p:nvSpPr>
        <p:spPr>
          <a:xfrm>
            <a:off x="4038667" y="-4362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39FEA90-A2F2-4434-97BB-2BFE7E6A0C24}"/>
              </a:ext>
            </a:extLst>
          </p:cNvPr>
          <p:cNvSpPr/>
          <p:nvPr/>
        </p:nvSpPr>
        <p:spPr>
          <a:xfrm>
            <a:off x="5065380" y="34794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904AC98-FC55-439B-B738-9A417046846B}"/>
              </a:ext>
            </a:extLst>
          </p:cNvPr>
          <p:cNvSpPr/>
          <p:nvPr/>
        </p:nvSpPr>
        <p:spPr>
          <a:xfrm>
            <a:off x="6174727" y="17390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689D1F2-BC56-4036-B3C0-34483596A37F}"/>
              </a:ext>
            </a:extLst>
          </p:cNvPr>
          <p:cNvSpPr/>
          <p:nvPr/>
        </p:nvSpPr>
        <p:spPr>
          <a:xfrm>
            <a:off x="7188114" y="34794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9088F52-46F4-4388-81DA-E0DBA2040A00}"/>
              </a:ext>
            </a:extLst>
          </p:cNvPr>
          <p:cNvSpPr/>
          <p:nvPr/>
        </p:nvSpPr>
        <p:spPr>
          <a:xfrm>
            <a:off x="8297461" y="17390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D23A81E-0445-48FC-BB02-2E6265EA506E}"/>
              </a:ext>
            </a:extLst>
          </p:cNvPr>
          <p:cNvSpPr/>
          <p:nvPr/>
        </p:nvSpPr>
        <p:spPr>
          <a:xfrm>
            <a:off x="9364802" y="13042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0240207-4119-4A2A-A962-6F81EBDC5A71}"/>
              </a:ext>
            </a:extLst>
          </p:cNvPr>
          <p:cNvSpPr/>
          <p:nvPr/>
        </p:nvSpPr>
        <p:spPr>
          <a:xfrm>
            <a:off x="10474149" y="-4362"/>
            <a:ext cx="678056" cy="6849305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rgbClr val="1A3052"/>
              </a:solidFill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DBDFB4C-3B5C-4B7C-8E08-6AAF17668BF3}"/>
              </a:ext>
            </a:extLst>
          </p:cNvPr>
          <p:cNvGrpSpPr/>
          <p:nvPr/>
        </p:nvGrpSpPr>
        <p:grpSpPr>
          <a:xfrm>
            <a:off x="6696139" y="718916"/>
            <a:ext cx="2101827" cy="2655909"/>
            <a:chOff x="7091587" y="-81975"/>
            <a:chExt cx="2834228" cy="344820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115401C-8D0A-4297-93BE-46AB71F54131}"/>
                </a:ext>
              </a:extLst>
            </p:cNvPr>
            <p:cNvGrpSpPr/>
            <p:nvPr/>
          </p:nvGrpSpPr>
          <p:grpSpPr>
            <a:xfrm>
              <a:off x="7091587" y="-81975"/>
              <a:ext cx="2834228" cy="3400326"/>
              <a:chOff x="7356364" y="244574"/>
              <a:chExt cx="2834228" cy="3400326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271CFF68-9F16-420B-A6E5-2EBD05E50D68}"/>
                  </a:ext>
                </a:extLst>
              </p:cNvPr>
              <p:cNvSpPr/>
              <p:nvPr/>
            </p:nvSpPr>
            <p:spPr>
              <a:xfrm>
                <a:off x="7356364" y="964641"/>
                <a:ext cx="2686494" cy="2680259"/>
              </a:xfrm>
              <a:prstGeom prst="roundRect">
                <a:avLst>
                  <a:gd name="adj" fmla="val 9924"/>
                </a:avLst>
              </a:prstGeom>
              <a:solidFill>
                <a:srgbClr val="FFF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84820653-EE99-4D52-956E-56D5062C66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51759" b="66759" l="36510" r="45729">
                            <a14:foregroundMark x1="37708" y1="55000" x2="38177" y2="55833"/>
                            <a14:foregroundMark x1="37240" y1="58796" x2="37240" y2="58796"/>
                            <a14:foregroundMark x1="37188" y1="58519" x2="37188" y2="58519"/>
                            <a14:foregroundMark x1="37448" y1="61296" x2="37344" y2="61204"/>
                            <a14:foregroundMark x1="37240" y1="60926" x2="37240" y2="60926"/>
                            <a14:foregroundMark x1="36563" y1="61667" x2="36563" y2="61667"/>
                            <a14:foregroundMark x1="36615" y1="63241" x2="36615" y2="63241"/>
                            <a14:foregroundMark x1="36927" y1="61481" x2="36927" y2="61481"/>
                            <a14:foregroundMark x1="39271" y1="65185" x2="39271" y2="65185"/>
                            <a14:foregroundMark x1="40625" y1="66759" x2="40625" y2="66759"/>
                            <a14:foregroundMark x1="44531" y1="55741" x2="44531" y2="55741"/>
                            <a14:foregroundMark x1="45000" y1="54259" x2="45000" y2="54259"/>
                            <a14:foregroundMark x1="44479" y1="53519" x2="44479" y2="53519"/>
                            <a14:foregroundMark x1="43594" y1="53704" x2="43594" y2="53704"/>
                            <a14:foregroundMark x1="42865" y1="54352" x2="42865" y2="54352"/>
                            <a14:foregroundMark x1="42083" y1="53611" x2="42083" y2="53611"/>
                            <a14:foregroundMark x1="42240" y1="53889" x2="42240" y2="53889"/>
                            <a14:foregroundMark x1="42292" y1="53056" x2="42292" y2="53056"/>
                            <a14:foregroundMark x1="42240" y1="52593" x2="42240" y2="52593"/>
                            <a14:foregroundMark x1="41979" y1="52222" x2="41979" y2="52222"/>
                            <a14:foregroundMark x1="42188" y1="52315" x2="42188" y2="52315"/>
                            <a14:foregroundMark x1="40990" y1="52130" x2="40990" y2="52130"/>
                            <a14:foregroundMark x1="40365" y1="52778" x2="40365" y2="52778"/>
                            <a14:foregroundMark x1="40156" y1="53519" x2="40104" y2="53611"/>
                            <a14:foregroundMark x1="38906" y1="53981" x2="38906" y2="53981"/>
                            <a14:foregroundMark x1="39271" y1="53889" x2="39271" y2="53889"/>
                            <a14:foregroundMark x1="39948" y1="53611" x2="39948" y2="53611"/>
                            <a14:foregroundMark x1="39375" y1="53796" x2="39531" y2="53796"/>
                            <a14:foregroundMark x1="39688" y1="53796" x2="39792" y2="53796"/>
                            <a14:foregroundMark x1="38646" y1="54074" x2="38646" y2="54074"/>
                            <a14:foregroundMark x1="40833" y1="52407" x2="40833" y2="52407"/>
                            <a14:foregroundMark x1="42969" y1="54259" x2="42969" y2="54259"/>
                            <a14:foregroundMark x1="43125" y1="54074" x2="43125" y2="54074"/>
                            <a14:foregroundMark x1="43906" y1="53889" x2="43906" y2="53889"/>
                            <a14:foregroundMark x1="43854" y1="53611" x2="43854" y2="53611"/>
                            <a14:foregroundMark x1="44063" y1="53611" x2="44063" y2="53611"/>
                            <a14:foregroundMark x1="44844" y1="53796" x2="44844" y2="53796"/>
                            <a14:foregroundMark x1="43281" y1="53796" x2="43281" y2="53796"/>
                            <a14:foregroundMark x1="41458" y1="58796" x2="42396" y2="58796"/>
                            <a14:foregroundMark x1="36823" y1="54907" x2="36823" y2="54907"/>
                            <a14:foregroundMark x1="37031" y1="56111" x2="37031" y2="56111"/>
                            <a14:foregroundMark x1="36927" y1="55926" x2="37344" y2="56944"/>
                            <a14:foregroundMark x1="36927" y1="55556" x2="36875" y2="55278"/>
                            <a14:foregroundMark x1="36875" y1="54907" x2="36927" y2="54259"/>
                            <a14:foregroundMark x1="37031" y1="54074" x2="37135" y2="53981"/>
                            <a14:foregroundMark x1="37135" y1="53796" x2="37135" y2="53796"/>
                            <a14:foregroundMark x1="37344" y1="53611" x2="37344" y2="53611"/>
                            <a14:foregroundMark x1="37500" y1="53426" x2="37500" y2="53426"/>
                            <a14:foregroundMark x1="37708" y1="53426" x2="37708" y2="53426"/>
                            <a14:foregroundMark x1="37813" y1="53241" x2="37813" y2="53241"/>
                            <a14:foregroundMark x1="38125" y1="53519" x2="38125" y2="53519"/>
                            <a14:foregroundMark x1="41563" y1="52037" x2="41563" y2="52037"/>
                          </a14:backgroundRemoval>
                        </a14:imgEffect>
                      </a14:imgLayer>
                    </a14:imgProps>
                  </a:ext>
                </a:extLst>
              </a:blip>
              <a:srcRect l="35385" t="50000" r="53095" b="32097"/>
              <a:stretch/>
            </p:blipFill>
            <p:spPr>
              <a:xfrm>
                <a:off x="7435846" y="244574"/>
                <a:ext cx="2754746" cy="2408015"/>
              </a:xfrm>
              <a:prstGeom prst="rect">
                <a:avLst/>
              </a:prstGeom>
            </p:spPr>
          </p:pic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14D6DF4-D026-4464-A268-4E6F7FF8C4B1}"/>
                </a:ext>
              </a:extLst>
            </p:cNvPr>
            <p:cNvSpPr txBox="1"/>
            <p:nvPr/>
          </p:nvSpPr>
          <p:spPr>
            <a:xfrm>
              <a:off x="7499635" y="2367255"/>
              <a:ext cx="1960319" cy="998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6C1033"/>
                  </a:solidFill>
                  <a:latin typeface="Lobster" panose="00000500000000000000" pitchFamily="2" charset="-93"/>
                </a:rPr>
                <a:t>Text</a:t>
              </a:r>
              <a:endParaRPr lang="vi-VN" sz="4400">
                <a:solidFill>
                  <a:srgbClr val="6C1033"/>
                </a:solidFill>
                <a:latin typeface="Lobster" panose="00000500000000000000" pitchFamily="2" charset="-93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60A98D7-A38D-45FB-AC47-D5E9EE64BFBC}"/>
              </a:ext>
            </a:extLst>
          </p:cNvPr>
          <p:cNvGrpSpPr/>
          <p:nvPr/>
        </p:nvGrpSpPr>
        <p:grpSpPr>
          <a:xfrm>
            <a:off x="9019318" y="978904"/>
            <a:ext cx="1992269" cy="2381751"/>
            <a:chOff x="9019318" y="978904"/>
            <a:chExt cx="1992269" cy="238175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DCE812C-A917-4716-B0CF-5E6FBECAF856}"/>
                </a:ext>
              </a:extLst>
            </p:cNvPr>
            <p:cNvGrpSpPr/>
            <p:nvPr/>
          </p:nvGrpSpPr>
          <p:grpSpPr>
            <a:xfrm>
              <a:off x="9019318" y="1259363"/>
              <a:ext cx="1992269" cy="2101292"/>
              <a:chOff x="7091587" y="638093"/>
              <a:chExt cx="2686494" cy="2728139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AFF0D25-26D6-4556-A0A9-4787B3B4C235}"/>
                  </a:ext>
                </a:extLst>
              </p:cNvPr>
              <p:cNvSpPr/>
              <p:nvPr/>
            </p:nvSpPr>
            <p:spPr>
              <a:xfrm>
                <a:off x="7091587" y="638093"/>
                <a:ext cx="2686494" cy="2680258"/>
              </a:xfrm>
              <a:prstGeom prst="roundRect">
                <a:avLst>
                  <a:gd name="adj" fmla="val 9924"/>
                </a:avLst>
              </a:prstGeom>
              <a:solidFill>
                <a:srgbClr val="FFF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1036AD7-C67F-4B51-85B1-C77A1F0606A7}"/>
                  </a:ext>
                </a:extLst>
              </p:cNvPr>
              <p:cNvSpPr txBox="1"/>
              <p:nvPr/>
            </p:nvSpPr>
            <p:spPr>
              <a:xfrm>
                <a:off x="7499635" y="2367255"/>
                <a:ext cx="1960318" cy="99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>
                    <a:solidFill>
                      <a:srgbClr val="6C1033"/>
                    </a:solidFill>
                    <a:latin typeface="Lobster" panose="00000500000000000000" pitchFamily="2" charset="-93"/>
                  </a:rPr>
                  <a:t>Text</a:t>
                </a:r>
                <a:endParaRPr lang="vi-VN" sz="4400">
                  <a:solidFill>
                    <a:srgbClr val="6C1033"/>
                  </a:solidFill>
                  <a:latin typeface="Lobster" panose="00000500000000000000" pitchFamily="2" charset="-93"/>
                </a:endParaRPr>
              </a:p>
            </p:txBody>
          </p:sp>
        </p:grp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4A438FC2-00B3-4AA6-BE29-2D0D93A31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ackgroundRemoval t="26389" b="46574" l="53698" r="65000">
                          <a14:foregroundMark x1="53698" y1="31667" x2="53802" y2="32778"/>
                          <a14:foregroundMark x1="54167" y1="28981" x2="55156" y2="28611"/>
                          <a14:foregroundMark x1="56094" y1="28333" x2="57500" y2="28333"/>
                          <a14:foregroundMark x1="59010" y1="27593" x2="59844" y2="27593"/>
                          <a14:foregroundMark x1="62187" y1="27315" x2="62813" y2="27222"/>
                          <a14:foregroundMark x1="63594" y1="28333" x2="63854" y2="30000"/>
                          <a14:foregroundMark x1="64167" y1="34259" x2="64271" y2="36296"/>
                          <a14:foregroundMark x1="59479" y1="44537" x2="59896" y2="44722"/>
                          <a14:foregroundMark x1="55729" y1="45556" x2="55990" y2="45648"/>
                          <a14:foregroundMark x1="55000" y1="46481" x2="55313" y2="46574"/>
                          <a14:foregroundMark x1="54583" y1="45648" x2="54375" y2="44352"/>
                          <a14:foregroundMark x1="64740" y1="39630" x2="64688" y2="41481"/>
                        </a14:backgroundRemoval>
                      </a14:imgEffect>
                    </a14:imgLayer>
                  </a14:imgProps>
                </a:ext>
              </a:extLst>
            </a:blip>
            <a:srcRect l="52401" t="24259" r="33450" b="52231"/>
            <a:stretch/>
          </p:blipFill>
          <p:spPr>
            <a:xfrm>
              <a:off x="9173228" y="978904"/>
              <a:ext cx="1725023" cy="1612310"/>
            </a:xfrm>
            <a:prstGeom prst="rect">
              <a:avLst/>
            </a:prstGeom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4615AA2-7FFD-4F2F-AEC2-A12DDD79ACA1}"/>
              </a:ext>
            </a:extLst>
          </p:cNvPr>
          <p:cNvGrpSpPr/>
          <p:nvPr/>
        </p:nvGrpSpPr>
        <p:grpSpPr>
          <a:xfrm>
            <a:off x="1273235" y="4203152"/>
            <a:ext cx="9530716" cy="2300180"/>
            <a:chOff x="1273235" y="4203152"/>
            <a:chExt cx="9530716" cy="2300180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4961DB13-F605-4D98-B30D-7D54399E1FE8}"/>
                </a:ext>
              </a:extLst>
            </p:cNvPr>
            <p:cNvSpPr/>
            <p:nvPr/>
          </p:nvSpPr>
          <p:spPr>
            <a:xfrm>
              <a:off x="1352169" y="4203152"/>
              <a:ext cx="9443337" cy="2300180"/>
            </a:xfrm>
            <a:prstGeom prst="roundRect">
              <a:avLst>
                <a:gd name="adj" fmla="val 10041"/>
              </a:avLst>
            </a:prstGeom>
            <a:solidFill>
              <a:srgbClr val="4E9BE1"/>
            </a:solidFill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20" name="Rectangle: Top Corners Rounded 119">
              <a:extLst>
                <a:ext uri="{FF2B5EF4-FFF2-40B4-BE49-F238E27FC236}">
                  <a16:creationId xmlns:a16="http://schemas.microsoft.com/office/drawing/2014/main" id="{59976CF6-2F80-40BD-9676-6406DA3D634A}"/>
                </a:ext>
              </a:extLst>
            </p:cNvPr>
            <p:cNvSpPr/>
            <p:nvPr/>
          </p:nvSpPr>
          <p:spPr>
            <a:xfrm rot="10800000">
              <a:off x="1360614" y="5826870"/>
              <a:ext cx="9443337" cy="671075"/>
            </a:xfrm>
            <a:prstGeom prst="round2SameRect">
              <a:avLst>
                <a:gd name="adj1" fmla="val 23947"/>
                <a:gd name="adj2" fmla="val 0"/>
              </a:avLst>
            </a:prstGeom>
            <a:solidFill>
              <a:srgbClr val="FFF5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b="1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DF1B17D-11FD-43D9-9EF3-1168753F3796}"/>
                </a:ext>
              </a:extLst>
            </p:cNvPr>
            <p:cNvSpPr txBox="1"/>
            <p:nvPr/>
          </p:nvSpPr>
          <p:spPr>
            <a:xfrm>
              <a:off x="1273235" y="5839242"/>
              <a:ext cx="14537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rgbClr val="6C1033"/>
                  </a:solidFill>
                  <a:latin typeface="Lobster" panose="00000500000000000000" pitchFamily="2" charset="-93"/>
                </a:rPr>
                <a:t>Text</a:t>
              </a:r>
              <a:endParaRPr lang="vi-VN" sz="3600">
                <a:solidFill>
                  <a:srgbClr val="6C1033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963819F-F983-4DDE-9B8C-29403BACE0B6}"/>
                </a:ext>
              </a:extLst>
            </p:cNvPr>
            <p:cNvSpPr/>
            <p:nvPr/>
          </p:nvSpPr>
          <p:spPr>
            <a:xfrm>
              <a:off x="1580009" y="4421342"/>
              <a:ext cx="1340865" cy="124075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EF25471-1483-4730-A397-C6DEEAC89777}"/>
                </a:ext>
              </a:extLst>
            </p:cNvPr>
            <p:cNvSpPr txBox="1"/>
            <p:nvPr/>
          </p:nvSpPr>
          <p:spPr>
            <a:xfrm>
              <a:off x="2780143" y="4395443"/>
              <a:ext cx="1669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FFFFF"/>
                  </a:solidFill>
                </a:rPr>
                <a:t>Ghi chú</a:t>
              </a:r>
              <a:endParaRPr lang="vi-VN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1060142-0A97-4C0E-A635-C69B31A6627A}"/>
              </a:ext>
            </a:extLst>
          </p:cNvPr>
          <p:cNvGrpSpPr/>
          <p:nvPr/>
        </p:nvGrpSpPr>
        <p:grpSpPr>
          <a:xfrm>
            <a:off x="1392895" y="334770"/>
            <a:ext cx="5378084" cy="3499605"/>
            <a:chOff x="1392895" y="334770"/>
            <a:chExt cx="5378084" cy="349960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C55F79-7E65-4CFC-A1C3-52D798B9C73A}"/>
                </a:ext>
              </a:extLst>
            </p:cNvPr>
            <p:cNvGrpSpPr/>
            <p:nvPr/>
          </p:nvGrpSpPr>
          <p:grpSpPr>
            <a:xfrm>
              <a:off x="1392895" y="334770"/>
              <a:ext cx="5378084" cy="3499605"/>
              <a:chOff x="1281395" y="1468876"/>
              <a:chExt cx="5718707" cy="392024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E4026CB-D809-4907-8106-79854D8D068B}"/>
                  </a:ext>
                </a:extLst>
              </p:cNvPr>
              <p:cNvGrpSpPr/>
              <p:nvPr/>
            </p:nvGrpSpPr>
            <p:grpSpPr>
              <a:xfrm>
                <a:off x="1281395" y="1468876"/>
                <a:ext cx="5063359" cy="3920247"/>
                <a:chOff x="1281395" y="1468876"/>
                <a:chExt cx="5063359" cy="3920247"/>
              </a:xfrm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C72E1A6D-F2B3-458E-84BD-A66D8E128D29}"/>
                    </a:ext>
                  </a:extLst>
                </p:cNvPr>
                <p:cNvSpPr/>
                <p:nvPr/>
              </p:nvSpPr>
              <p:spPr>
                <a:xfrm>
                  <a:off x="1291235" y="1468876"/>
                  <a:ext cx="5053519" cy="3920247"/>
                </a:xfrm>
                <a:prstGeom prst="roundRect">
                  <a:avLst>
                    <a:gd name="adj" fmla="val 8975"/>
                  </a:avLst>
                </a:prstGeom>
                <a:solidFill>
                  <a:srgbClr val="4E9BE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0" name="Rectangle: Top Corners Rounded 49">
                  <a:extLst>
                    <a:ext uri="{FF2B5EF4-FFF2-40B4-BE49-F238E27FC236}">
                      <a16:creationId xmlns:a16="http://schemas.microsoft.com/office/drawing/2014/main" id="{5C098B78-A456-41F6-8D84-2493129AFB45}"/>
                    </a:ext>
                  </a:extLst>
                </p:cNvPr>
                <p:cNvSpPr/>
                <p:nvPr/>
              </p:nvSpPr>
              <p:spPr>
                <a:xfrm rot="10800000">
                  <a:off x="1291235" y="4345858"/>
                  <a:ext cx="5053519" cy="1043264"/>
                </a:xfrm>
                <a:prstGeom prst="round2SameRect">
                  <a:avLst>
                    <a:gd name="adj1" fmla="val 23947"/>
                    <a:gd name="adj2" fmla="val 0"/>
                  </a:avLst>
                </a:prstGeom>
                <a:solidFill>
                  <a:srgbClr val="FFF5E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2" name="Star: 5 Points 1">
                  <a:extLst>
                    <a:ext uri="{FF2B5EF4-FFF2-40B4-BE49-F238E27FC236}">
                      <a16:creationId xmlns:a16="http://schemas.microsoft.com/office/drawing/2014/main" id="{95F848F5-5ABE-4BAF-85FA-FC1D904F6D18}"/>
                    </a:ext>
                  </a:extLst>
                </p:cNvPr>
                <p:cNvSpPr/>
                <p:nvPr/>
              </p:nvSpPr>
              <p:spPr>
                <a:xfrm rot="20821840">
                  <a:off x="1413205" y="1947601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1" name="Star: 5 Points 50">
                  <a:extLst>
                    <a:ext uri="{FF2B5EF4-FFF2-40B4-BE49-F238E27FC236}">
                      <a16:creationId xmlns:a16="http://schemas.microsoft.com/office/drawing/2014/main" id="{3C1414FA-CF8A-4405-A814-622BC0B64236}"/>
                    </a:ext>
                  </a:extLst>
                </p:cNvPr>
                <p:cNvSpPr/>
                <p:nvPr/>
              </p:nvSpPr>
              <p:spPr>
                <a:xfrm rot="942533">
                  <a:off x="4226161" y="2110130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3" name="Star: 5 Points 52">
                  <a:extLst>
                    <a:ext uri="{FF2B5EF4-FFF2-40B4-BE49-F238E27FC236}">
                      <a16:creationId xmlns:a16="http://schemas.microsoft.com/office/drawing/2014/main" id="{499E9B5E-C11C-42F1-9EA4-9AE35678BE71}"/>
                    </a:ext>
                  </a:extLst>
                </p:cNvPr>
                <p:cNvSpPr/>
                <p:nvPr/>
              </p:nvSpPr>
              <p:spPr>
                <a:xfrm rot="21412818">
                  <a:off x="1643690" y="3434535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4" name="Star: 5 Points 53">
                  <a:extLst>
                    <a:ext uri="{FF2B5EF4-FFF2-40B4-BE49-F238E27FC236}">
                      <a16:creationId xmlns:a16="http://schemas.microsoft.com/office/drawing/2014/main" id="{3CF89174-E265-4549-9E16-A2D094675874}"/>
                    </a:ext>
                  </a:extLst>
                </p:cNvPr>
                <p:cNvSpPr/>
                <p:nvPr/>
              </p:nvSpPr>
              <p:spPr>
                <a:xfrm rot="729240">
                  <a:off x="5670531" y="1876692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5" name="Star: 5 Points 54">
                  <a:extLst>
                    <a:ext uri="{FF2B5EF4-FFF2-40B4-BE49-F238E27FC236}">
                      <a16:creationId xmlns:a16="http://schemas.microsoft.com/office/drawing/2014/main" id="{89DEB59C-7B41-4539-92A5-118800295247}"/>
                    </a:ext>
                  </a:extLst>
                </p:cNvPr>
                <p:cNvSpPr/>
                <p:nvPr/>
              </p:nvSpPr>
              <p:spPr>
                <a:xfrm rot="20681718">
                  <a:off x="2321934" y="1594707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6" name="Star: 5 Points 55">
                  <a:extLst>
                    <a:ext uri="{FF2B5EF4-FFF2-40B4-BE49-F238E27FC236}">
                      <a16:creationId xmlns:a16="http://schemas.microsoft.com/office/drawing/2014/main" id="{FF37159A-D5E7-4089-BAC9-29498199E201}"/>
                    </a:ext>
                  </a:extLst>
                </p:cNvPr>
                <p:cNvSpPr/>
                <p:nvPr/>
              </p:nvSpPr>
              <p:spPr>
                <a:xfrm rot="1142384">
                  <a:off x="5399791" y="3594066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7" name="Star: 5 Points 56">
                  <a:extLst>
                    <a:ext uri="{FF2B5EF4-FFF2-40B4-BE49-F238E27FC236}">
                      <a16:creationId xmlns:a16="http://schemas.microsoft.com/office/drawing/2014/main" id="{0AEB9C12-36DC-45A7-9377-4000E8D0783E}"/>
                    </a:ext>
                  </a:extLst>
                </p:cNvPr>
                <p:cNvSpPr/>
                <p:nvPr/>
              </p:nvSpPr>
              <p:spPr>
                <a:xfrm rot="937948">
                  <a:off x="5498455" y="2690340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8" name="Star: 5 Points 57">
                  <a:extLst>
                    <a:ext uri="{FF2B5EF4-FFF2-40B4-BE49-F238E27FC236}">
                      <a16:creationId xmlns:a16="http://schemas.microsoft.com/office/drawing/2014/main" id="{7FF520D0-070F-41BF-B4DB-B4EC59B5B23B}"/>
                    </a:ext>
                  </a:extLst>
                </p:cNvPr>
                <p:cNvSpPr/>
                <p:nvPr/>
              </p:nvSpPr>
              <p:spPr>
                <a:xfrm rot="1142384">
                  <a:off x="3384569" y="1636055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59" name="Star: 5 Points 58">
                  <a:extLst>
                    <a:ext uri="{FF2B5EF4-FFF2-40B4-BE49-F238E27FC236}">
                      <a16:creationId xmlns:a16="http://schemas.microsoft.com/office/drawing/2014/main" id="{D916BFEC-076A-47A3-BD94-0C2557A8F69F}"/>
                    </a:ext>
                  </a:extLst>
                </p:cNvPr>
                <p:cNvSpPr/>
                <p:nvPr/>
              </p:nvSpPr>
              <p:spPr>
                <a:xfrm rot="1142384">
                  <a:off x="4270594" y="3208465"/>
                  <a:ext cx="583665" cy="577912"/>
                </a:xfrm>
                <a:prstGeom prst="star5">
                  <a:avLst/>
                </a:prstGeom>
                <a:solidFill>
                  <a:srgbClr val="71B4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82A94D28-0464-487D-A5D7-A07DEF2F7DEB}"/>
                    </a:ext>
                  </a:extLst>
                </p:cNvPr>
                <p:cNvSpPr/>
                <p:nvPr/>
              </p:nvSpPr>
              <p:spPr>
                <a:xfrm>
                  <a:off x="1551109" y="1879060"/>
                  <a:ext cx="2241283" cy="2186230"/>
                </a:xfrm>
                <a:prstGeom prst="roundRect">
                  <a:avLst>
                    <a:gd name="adj" fmla="val 8886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b="1"/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DDF0F14-80C6-437B-BFDF-3317B550A4DE}"/>
                    </a:ext>
                  </a:extLst>
                </p:cNvPr>
                <p:cNvSpPr txBox="1"/>
                <p:nvPr/>
              </p:nvSpPr>
              <p:spPr>
                <a:xfrm>
                  <a:off x="1281395" y="4552497"/>
                  <a:ext cx="3339101" cy="517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>
                      <a:solidFill>
                        <a:srgbClr val="6C1033"/>
                      </a:solidFill>
                    </a:rPr>
                    <a:t>Chủ đề thuyết trình</a:t>
                  </a:r>
                  <a:endParaRPr lang="vi-VN" sz="2400" b="1">
                    <a:solidFill>
                      <a:srgbClr val="6C1033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8C38720-9006-48FC-ACE3-15796256383A}"/>
                    </a:ext>
                  </a:extLst>
                </p:cNvPr>
                <p:cNvSpPr txBox="1"/>
                <p:nvPr/>
              </p:nvSpPr>
              <p:spPr>
                <a:xfrm>
                  <a:off x="4052162" y="2790138"/>
                  <a:ext cx="1774753" cy="517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>
                      <a:solidFill>
                        <a:srgbClr val="FFFFFF"/>
                      </a:solidFill>
                    </a:rPr>
                    <a:t>Ghi chú</a:t>
                  </a:r>
                  <a:endParaRPr lang="vi-VN" sz="24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C931EAD-1403-4E97-8133-60D8EC1B9150}"/>
                    </a:ext>
                  </a:extLst>
                </p:cNvPr>
                <p:cNvSpPr txBox="1"/>
                <p:nvPr/>
              </p:nvSpPr>
              <p:spPr>
                <a:xfrm>
                  <a:off x="4106408" y="1813331"/>
                  <a:ext cx="1774753" cy="930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>
                      <a:solidFill>
                        <a:srgbClr val="1E3352"/>
                      </a:solidFill>
                      <a:latin typeface="Lobster" panose="00000500000000000000" pitchFamily="2" charset="-93"/>
                    </a:rPr>
                    <a:t>Môn học thuyết trình</a:t>
                  </a:r>
                  <a:endParaRPr lang="vi-VN" sz="2400" b="1">
                    <a:solidFill>
                      <a:srgbClr val="1E3352"/>
                    </a:solidFill>
                    <a:latin typeface="Lobster" panose="00000500000000000000" pitchFamily="2" charset="-93"/>
                  </a:endParaRPr>
                </a:p>
              </p:txBody>
            </p:sp>
          </p:grp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5390CDF-B4A5-4A2A-A524-9B797BD49E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3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ackgroundRemoval t="8519" b="28889" l="31979" r="48125">
                            <a14:foregroundMark x1="32135" y1="20556" x2="32135" y2="20556"/>
                            <a14:foregroundMark x1="38958" y1="8611" x2="38958" y2="8611"/>
                            <a14:foregroundMark x1="40885" y1="28889" x2="40885" y2="28889"/>
                            <a14:foregroundMark x1="48125" y1="17963" x2="48125" y2="17963"/>
                            <a14:backgroundMark x1="34479" y1="21852" x2="34479" y2="21852"/>
                          </a14:backgroundRemoval>
                        </a14:imgEffect>
                      </a14:imgLayer>
                    </a14:imgProps>
                  </a:ext>
                </a:extLst>
              </a:blip>
              <a:srcRect l="30498" t="6485" r="50244" b="69565"/>
              <a:stretch/>
            </p:blipFill>
            <p:spPr>
              <a:xfrm rot="1408109">
                <a:off x="4924627" y="3903485"/>
                <a:ext cx="2075475" cy="1451892"/>
              </a:xfrm>
              <a:prstGeom prst="rect">
                <a:avLst/>
              </a:prstGeom>
            </p:spPr>
          </p:pic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4E987A0-B9BF-4C24-AF92-F38DB8E33966}"/>
                </a:ext>
              </a:extLst>
            </p:cNvPr>
            <p:cNvSpPr txBox="1"/>
            <p:nvPr/>
          </p:nvSpPr>
          <p:spPr>
            <a:xfrm>
              <a:off x="4031021" y="627734"/>
              <a:ext cx="16690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FFFFF"/>
                  </a:solidFill>
                  <a:latin typeface="Lobster" panose="00000500000000000000" pitchFamily="2" charset="-93"/>
                </a:rPr>
                <a:t>Môn học thuyết trình</a:t>
              </a:r>
              <a:endParaRPr lang="vi-VN" sz="2400" b="1">
                <a:solidFill>
                  <a:srgbClr val="FFFFFF"/>
                </a:solidFill>
                <a:latin typeface="Lobster" panose="00000500000000000000" pitchFamily="2" charset="-9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3060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B4D241B-2D82-479C-9254-B486E0389BD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-98362" y="-28338"/>
            <a:chExt cx="12290362" cy="68863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FF41BD7-610F-436B-8B44-5162A3677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55" t="4138" r="4570" b="5442"/>
            <a:stretch/>
          </p:blipFill>
          <p:spPr>
            <a:xfrm>
              <a:off x="-98361" y="-28338"/>
              <a:ext cx="12290361" cy="688633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B2C9E2-98CA-4A4A-A909-7CE1F4498BA3}"/>
                </a:ext>
              </a:extLst>
            </p:cNvPr>
            <p:cNvSpPr/>
            <p:nvPr/>
          </p:nvSpPr>
          <p:spPr>
            <a:xfrm>
              <a:off x="-98362" y="2596055"/>
              <a:ext cx="12290361" cy="1524000"/>
            </a:xfrm>
            <a:prstGeom prst="rect">
              <a:avLst/>
            </a:prstGeom>
            <a:solidFill>
              <a:srgbClr val="EEF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8F1EFF3-FA98-4A18-B6CC-EBE8A50BA24D}"/>
              </a:ext>
            </a:extLst>
          </p:cNvPr>
          <p:cNvSpPr txBox="1"/>
          <p:nvPr/>
        </p:nvSpPr>
        <p:spPr>
          <a:xfrm>
            <a:off x="3888827" y="2721114"/>
            <a:ext cx="4414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Lobster" panose="00000500000000000000" pitchFamily="2" charset="-93"/>
              </a:rPr>
              <a:t>Nội dung 1</a:t>
            </a:r>
            <a:endParaRPr lang="vi-VN" sz="4000">
              <a:solidFill>
                <a:schemeClr val="accent1">
                  <a:lumMod val="50000"/>
                </a:schemeClr>
              </a:solidFill>
              <a:latin typeface="Lobster" panose="00000500000000000000" pitchFamily="2" charset="-93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B23AB-7A20-48B0-9171-408A5DD45C6F}"/>
              </a:ext>
            </a:extLst>
          </p:cNvPr>
          <p:cNvSpPr txBox="1"/>
          <p:nvPr/>
        </p:nvSpPr>
        <p:spPr>
          <a:xfrm>
            <a:off x="3888827" y="3372457"/>
            <a:ext cx="4414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50000"/>
                  </a:schemeClr>
                </a:solidFill>
              </a:rPr>
              <a:t>Ghi chú nội dung 1</a:t>
            </a:r>
            <a:endParaRPr lang="vi-VN" sz="32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9408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DEFF5"/>
            </a:gs>
            <a:gs pos="49000">
              <a:srgbClr val="FEC9DF"/>
            </a:gs>
            <a:gs pos="100000">
              <a:srgbClr val="FEC9D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23337-1B1C-43F5-B162-DBA56B015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66" r="95661" b="5622"/>
          <a:stretch/>
        </p:blipFill>
        <p:spPr>
          <a:xfrm>
            <a:off x="-1" y="0"/>
            <a:ext cx="59167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B8620-8AED-40D9-B6DC-FD6A61A586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682" t="3840" r="-21" b="5622"/>
          <a:stretch/>
        </p:blipFill>
        <p:spPr>
          <a:xfrm>
            <a:off x="11600329" y="2975"/>
            <a:ext cx="591671" cy="6855025"/>
          </a:xfrm>
          <a:prstGeom prst="rect">
            <a:avLst/>
          </a:prstGeom>
        </p:spPr>
      </p:pic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ECEC1EA2-8432-41E9-AC28-3E82F5DEFC18}"/>
              </a:ext>
            </a:extLst>
          </p:cNvPr>
          <p:cNvSpPr/>
          <p:nvPr/>
        </p:nvSpPr>
        <p:spPr>
          <a:xfrm rot="5400000">
            <a:off x="1478297" y="105365"/>
            <a:ext cx="1219201" cy="1008470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CEF48D02-9827-43F3-AB72-790B6CC6DA03}"/>
              </a:ext>
            </a:extLst>
          </p:cNvPr>
          <p:cNvSpPr/>
          <p:nvPr/>
        </p:nvSpPr>
        <p:spPr>
          <a:xfrm rot="5400000">
            <a:off x="2438358" y="153777"/>
            <a:ext cx="1219203" cy="911651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3030C48C-7BDC-4CBD-AD25-0A422FB9EA59}"/>
              </a:ext>
            </a:extLst>
          </p:cNvPr>
          <p:cNvSpPr/>
          <p:nvPr/>
        </p:nvSpPr>
        <p:spPr>
          <a:xfrm rot="5400000">
            <a:off x="3335361" y="153777"/>
            <a:ext cx="1219203" cy="911651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Flowchart: Delay 9">
            <a:extLst>
              <a:ext uri="{FF2B5EF4-FFF2-40B4-BE49-F238E27FC236}">
                <a16:creationId xmlns:a16="http://schemas.microsoft.com/office/drawing/2014/main" id="{5A90237F-C997-477D-96C6-34361ED4B834}"/>
              </a:ext>
            </a:extLst>
          </p:cNvPr>
          <p:cNvSpPr/>
          <p:nvPr/>
        </p:nvSpPr>
        <p:spPr>
          <a:xfrm rot="5400000">
            <a:off x="4230876" y="153777"/>
            <a:ext cx="1219203" cy="911651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Flowchart: Delay 10">
            <a:extLst>
              <a:ext uri="{FF2B5EF4-FFF2-40B4-BE49-F238E27FC236}">
                <a16:creationId xmlns:a16="http://schemas.microsoft.com/office/drawing/2014/main" id="{EE4669DA-03CB-44E8-9423-0D3F766AD652}"/>
              </a:ext>
            </a:extLst>
          </p:cNvPr>
          <p:cNvSpPr/>
          <p:nvPr/>
        </p:nvSpPr>
        <p:spPr>
          <a:xfrm rot="5400000">
            <a:off x="5125371" y="153777"/>
            <a:ext cx="1219203" cy="911651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Flowchart: Delay 11">
            <a:extLst>
              <a:ext uri="{FF2B5EF4-FFF2-40B4-BE49-F238E27FC236}">
                <a16:creationId xmlns:a16="http://schemas.microsoft.com/office/drawing/2014/main" id="{169236CD-CB46-4627-A451-F428F7981976}"/>
              </a:ext>
            </a:extLst>
          </p:cNvPr>
          <p:cNvSpPr/>
          <p:nvPr/>
        </p:nvSpPr>
        <p:spPr>
          <a:xfrm rot="5400000">
            <a:off x="5992611" y="153777"/>
            <a:ext cx="1219203" cy="911651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Flowchart: Delay 12">
            <a:extLst>
              <a:ext uri="{FF2B5EF4-FFF2-40B4-BE49-F238E27FC236}">
                <a16:creationId xmlns:a16="http://schemas.microsoft.com/office/drawing/2014/main" id="{DFC982A9-DB9E-4145-A512-0A82D636D457}"/>
              </a:ext>
            </a:extLst>
          </p:cNvPr>
          <p:cNvSpPr/>
          <p:nvPr/>
        </p:nvSpPr>
        <p:spPr>
          <a:xfrm rot="5400000">
            <a:off x="6914362" y="153774"/>
            <a:ext cx="1219203" cy="911651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83AB7D25-B888-4B0F-BCA1-D25859173AD6}"/>
              </a:ext>
            </a:extLst>
          </p:cNvPr>
          <p:cNvSpPr/>
          <p:nvPr/>
        </p:nvSpPr>
        <p:spPr>
          <a:xfrm rot="5400000">
            <a:off x="7826327" y="153776"/>
            <a:ext cx="1219203" cy="911651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Flowchart: Delay 14">
            <a:extLst>
              <a:ext uri="{FF2B5EF4-FFF2-40B4-BE49-F238E27FC236}">
                <a16:creationId xmlns:a16="http://schemas.microsoft.com/office/drawing/2014/main" id="{ABAE8465-BA81-4563-9F41-AD677F8F932D}"/>
              </a:ext>
            </a:extLst>
          </p:cNvPr>
          <p:cNvSpPr/>
          <p:nvPr/>
        </p:nvSpPr>
        <p:spPr>
          <a:xfrm rot="5400000">
            <a:off x="8728976" y="153775"/>
            <a:ext cx="1219203" cy="911651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D35D64EC-3569-4FAC-AFFB-A5D75AFD7A9D}"/>
              </a:ext>
            </a:extLst>
          </p:cNvPr>
          <p:cNvSpPr/>
          <p:nvPr/>
        </p:nvSpPr>
        <p:spPr>
          <a:xfrm rot="5400000">
            <a:off x="9640628" y="153776"/>
            <a:ext cx="1219203" cy="911651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55C1316D-DF5B-4ABD-97D4-7AB449C78B79}"/>
              </a:ext>
            </a:extLst>
          </p:cNvPr>
          <p:cNvSpPr/>
          <p:nvPr/>
        </p:nvSpPr>
        <p:spPr>
          <a:xfrm rot="5400000">
            <a:off x="10552279" y="153776"/>
            <a:ext cx="1219203" cy="911651"/>
          </a:xfrm>
          <a:prstGeom prst="flowChartDelay">
            <a:avLst/>
          </a:prstGeom>
          <a:solidFill>
            <a:srgbClr val="E4D2BE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Flowchart: Delay 17">
            <a:extLst>
              <a:ext uri="{FF2B5EF4-FFF2-40B4-BE49-F238E27FC236}">
                <a16:creationId xmlns:a16="http://schemas.microsoft.com/office/drawing/2014/main" id="{304C54D0-4B42-4F82-9AB2-9C279D7DA4FA}"/>
              </a:ext>
            </a:extLst>
          </p:cNvPr>
          <p:cNvSpPr/>
          <p:nvPr/>
        </p:nvSpPr>
        <p:spPr>
          <a:xfrm rot="5400000">
            <a:off x="468662" y="100803"/>
            <a:ext cx="1219201" cy="1017598"/>
          </a:xfrm>
          <a:prstGeom prst="flowChartDelay">
            <a:avLst/>
          </a:prstGeom>
          <a:solidFill>
            <a:srgbClr val="46B9CC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3A8AAE-244B-4F66-9254-458BC2635DC8}"/>
              </a:ext>
            </a:extLst>
          </p:cNvPr>
          <p:cNvGrpSpPr/>
          <p:nvPr/>
        </p:nvGrpSpPr>
        <p:grpSpPr>
          <a:xfrm>
            <a:off x="4657385" y="78283"/>
            <a:ext cx="2877229" cy="875682"/>
            <a:chOff x="4657385" y="78283"/>
            <a:chExt cx="2877229" cy="8756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9FC9836-E54A-431E-A834-CE949421DF4E}"/>
                </a:ext>
              </a:extLst>
            </p:cNvPr>
            <p:cNvGrpSpPr/>
            <p:nvPr/>
          </p:nvGrpSpPr>
          <p:grpSpPr>
            <a:xfrm>
              <a:off x="4657385" y="78283"/>
              <a:ext cx="2877229" cy="875682"/>
              <a:chOff x="4950628" y="1331820"/>
              <a:chExt cx="2290742" cy="61049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34C3243-A7A9-455D-91CA-3E414A6561CA}"/>
                  </a:ext>
                </a:extLst>
              </p:cNvPr>
              <p:cNvSpPr/>
              <p:nvPr/>
            </p:nvSpPr>
            <p:spPr>
              <a:xfrm>
                <a:off x="4950628" y="1331820"/>
                <a:ext cx="2290742" cy="610496"/>
              </a:xfrm>
              <a:prstGeom prst="roundRect">
                <a:avLst>
                  <a:gd name="adj" fmla="val 50000"/>
                </a:avLst>
              </a:prstGeom>
              <a:solidFill>
                <a:srgbClr val="FEE075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" name="Plaque 1">
                <a:extLst>
                  <a:ext uri="{FF2B5EF4-FFF2-40B4-BE49-F238E27FC236}">
                    <a16:creationId xmlns:a16="http://schemas.microsoft.com/office/drawing/2014/main" id="{45C9B3D2-DA31-49FB-B888-D119E918B68F}"/>
                  </a:ext>
                </a:extLst>
              </p:cNvPr>
              <p:cNvSpPr/>
              <p:nvPr/>
            </p:nvSpPr>
            <p:spPr>
              <a:xfrm>
                <a:off x="5224653" y="1448844"/>
                <a:ext cx="1742694" cy="376448"/>
              </a:xfrm>
              <a:prstGeom prst="plaque">
                <a:avLst>
                  <a:gd name="adj" fmla="val 28514"/>
                </a:avLst>
              </a:prstGeom>
              <a:gradFill>
                <a:gsLst>
                  <a:gs pos="0">
                    <a:srgbClr val="FB89B7"/>
                  </a:gs>
                  <a:gs pos="74000">
                    <a:srgbClr val="FDC3DB"/>
                  </a:gs>
                  <a:gs pos="83000">
                    <a:srgbClr val="FDC3DB"/>
                  </a:gs>
                  <a:gs pos="100000">
                    <a:srgbClr val="FDC3DB"/>
                  </a:gs>
                </a:gsLst>
                <a:lin ang="5400000" scaled="1"/>
              </a:gradFill>
              <a:ln>
                <a:solidFill>
                  <a:srgbClr val="FB89B7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186B8EE-D4DF-4AC4-865E-B08C92EE3CEF}"/>
                  </a:ext>
                </a:extLst>
              </p:cNvPr>
              <p:cNvSpPr/>
              <p:nvPr/>
            </p:nvSpPr>
            <p:spPr>
              <a:xfrm>
                <a:off x="5089626" y="1593273"/>
                <a:ext cx="88669" cy="88669"/>
              </a:xfrm>
              <a:prstGeom prst="ellipse">
                <a:avLst/>
              </a:prstGeom>
              <a:solidFill>
                <a:srgbClr val="FEE07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0841E9B-6329-44E0-A0F0-7CDDE830A7DD}"/>
                  </a:ext>
                </a:extLst>
              </p:cNvPr>
              <p:cNvSpPr/>
              <p:nvPr/>
            </p:nvSpPr>
            <p:spPr>
              <a:xfrm>
                <a:off x="7023803" y="1593273"/>
                <a:ext cx="88669" cy="88669"/>
              </a:xfrm>
              <a:prstGeom prst="ellipse">
                <a:avLst/>
              </a:prstGeom>
              <a:solidFill>
                <a:srgbClr val="FEE07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BAD43D-3CA1-4D25-A2C1-1334F78238C3}"/>
                </a:ext>
              </a:extLst>
            </p:cNvPr>
            <p:cNvSpPr txBox="1"/>
            <p:nvPr/>
          </p:nvSpPr>
          <p:spPr>
            <a:xfrm>
              <a:off x="5067675" y="282914"/>
              <a:ext cx="21053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1</a:t>
              </a:r>
              <a:endParaRPr lang="vi-VN" sz="2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546A82-2DDB-40D2-B030-DEB9C6F58B1D}"/>
              </a:ext>
            </a:extLst>
          </p:cNvPr>
          <p:cNvGrpSpPr/>
          <p:nvPr/>
        </p:nvGrpSpPr>
        <p:grpSpPr>
          <a:xfrm>
            <a:off x="153323" y="1399475"/>
            <a:ext cx="10948491" cy="5392673"/>
            <a:chOff x="153323" y="1399475"/>
            <a:chExt cx="10948491" cy="539267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17AF402-7835-4EEE-AF80-A47A0C534F24}"/>
                </a:ext>
              </a:extLst>
            </p:cNvPr>
            <p:cNvSpPr/>
            <p:nvPr/>
          </p:nvSpPr>
          <p:spPr>
            <a:xfrm>
              <a:off x="1033656" y="1399475"/>
              <a:ext cx="10068158" cy="5095947"/>
            </a:xfrm>
            <a:prstGeom prst="roundRect">
              <a:avLst>
                <a:gd name="adj" fmla="val 7355"/>
              </a:avLst>
            </a:prstGeom>
            <a:solidFill>
              <a:srgbClr val="FDC3DB"/>
            </a:solidFill>
            <a:ln w="76200">
              <a:solidFill>
                <a:srgbClr val="FB89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5F16229-2EBF-4089-B74B-580E79867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410" b="89945" l="10000" r="90000">
                          <a14:foregroundMark x1="46333" y1="27605" x2="47667" y2="29616"/>
                          <a14:foregroundMark x1="51556" y1="8410" x2="51556" y2="8410"/>
                          <a14:foregroundMark x1="71000" y1="54113" x2="72333" y2="60146"/>
                          <a14:foregroundMark x1="72333" y1="39671" x2="72333" y2="39671"/>
                          <a14:foregroundMark x1="71444" y1="38208" x2="72556" y2="41865"/>
                          <a14:foregroundMark x1="72444" y1="38757" x2="72444" y2="38757"/>
                          <a14:foregroundMark x1="72222" y1="36929" x2="72778" y2="39671"/>
                          <a14:foregroundMark x1="72778" y1="38757" x2="72778" y2="38757"/>
                          <a14:foregroundMark x1="73111" y1="38208" x2="73111" y2="38208"/>
                          <a14:foregroundMark x1="52111" y1="89580" x2="52111" y2="89580"/>
                          <a14:foregroundMark x1="72222" y1="69470" x2="72222" y2="69470"/>
                          <a14:foregroundMark x1="72333" y1="69287" x2="71889" y2="69287"/>
                          <a14:foregroundMark x1="72444" y1="69287" x2="71889" y2="70932"/>
                          <a14:foregroundMark x1="72667" y1="67459" x2="72667" y2="68556"/>
                          <a14:foregroundMark x1="72667" y1="69287" x2="72667" y2="69287"/>
                          <a14:foregroundMark x1="72889" y1="69470" x2="72889" y2="69470"/>
                          <a14:foregroundMark x1="72556" y1="70567" x2="72556" y2="70567"/>
                          <a14:foregroundMark x1="72222" y1="37477" x2="72222" y2="37477"/>
                          <a14:foregroundMark x1="63778" y1="44241" x2="67667" y2="54296"/>
                          <a14:foregroundMark x1="73556" y1="40402" x2="73556" y2="40402"/>
                          <a14:foregroundMark x1="73222" y1="38574" x2="73222" y2="3857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49839">
              <a:off x="153323" y="5667837"/>
              <a:ext cx="1849874" cy="1124311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149F76F-5BC0-48E1-86CF-96D73D7BD205}"/>
              </a:ext>
            </a:extLst>
          </p:cNvPr>
          <p:cNvSpPr txBox="1"/>
          <p:nvPr/>
        </p:nvSpPr>
        <p:spPr>
          <a:xfrm>
            <a:off x="1351155" y="1720797"/>
            <a:ext cx="948968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A52066"/>
                </a:solidFill>
              </a:rPr>
              <a:t>Thuyết trình ở đây nhé</a:t>
            </a:r>
            <a:endParaRPr lang="vi-VN" sz="2800" b="1">
              <a:solidFill>
                <a:srgbClr val="A52066"/>
              </a:solidFill>
            </a:endParaRPr>
          </a:p>
          <a:p>
            <a:endParaRPr lang="vi-VN">
              <a:solidFill>
                <a:srgbClr val="A52066"/>
              </a:solidFill>
            </a:endParaRPr>
          </a:p>
          <a:p>
            <a:endParaRPr lang="vi-VN">
              <a:solidFill>
                <a:srgbClr val="A52066"/>
              </a:solidFill>
            </a:endParaRPr>
          </a:p>
          <a:p>
            <a:endParaRPr lang="vi-VN">
              <a:solidFill>
                <a:srgbClr val="A52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722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95D4F3"/>
            </a:gs>
            <a:gs pos="0">
              <a:srgbClr val="4CA2DE"/>
            </a:gs>
            <a:gs pos="100000">
              <a:srgbClr val="61BE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8B785423-7B13-48C6-9F8E-E7CC4404053E}"/>
              </a:ext>
            </a:extLst>
          </p:cNvPr>
          <p:cNvSpPr/>
          <p:nvPr/>
        </p:nvSpPr>
        <p:spPr>
          <a:xfrm>
            <a:off x="-19707" y="4695244"/>
            <a:ext cx="12192000" cy="1704498"/>
          </a:xfrm>
          <a:prstGeom prst="rect">
            <a:avLst/>
          </a:prstGeom>
          <a:solidFill>
            <a:srgbClr val="FB89B7"/>
          </a:solidFill>
          <a:ln>
            <a:noFill/>
          </a:ln>
          <a:effectLst>
            <a:outerShdw blurRad="342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9D5BD0BA-5EAC-4B11-B9AC-DDD9F9E46BEB}"/>
              </a:ext>
            </a:extLst>
          </p:cNvPr>
          <p:cNvSpPr txBox="1"/>
          <p:nvPr/>
        </p:nvSpPr>
        <p:spPr>
          <a:xfrm>
            <a:off x="4207970" y="4025017"/>
            <a:ext cx="377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rgbClr val="3478A9"/>
                </a:solidFill>
                <a:latin typeface="Lobster" panose="00000500000000000000" pitchFamily="2" charset="-93"/>
              </a:rPr>
              <a:t>Loading…</a:t>
            </a:r>
            <a:endParaRPr lang="vi-VN" sz="2800">
              <a:solidFill>
                <a:srgbClr val="3478A9"/>
              </a:solidFill>
              <a:latin typeface="Lobster" panose="00000500000000000000" pitchFamily="2" charset="-93"/>
            </a:endParaRPr>
          </a:p>
        </p:txBody>
      </p:sp>
      <p:pic>
        <p:nvPicPr>
          <p:cNvPr id="42" name="Picture 8">
            <a:extLst>
              <a:ext uri="{FF2B5EF4-FFF2-40B4-BE49-F238E27FC236}">
                <a16:creationId xmlns:a16="http://schemas.microsoft.com/office/drawing/2014/main" id="{196942D9-FF5A-40B5-867F-E49B856978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59" b="44352" l="55052" r="58646">
                        <a14:foregroundMark x1="56927" y1="44352" x2="56927" y2="44352"/>
                        <a14:foregroundMark x1="56875" y1="36759" x2="56875" y2="36759"/>
                      </a14:backgroundRemoval>
                    </a14:imgEffect>
                  </a14:imgLayer>
                </a14:imgProps>
              </a:ext>
            </a:extLst>
          </a:blip>
          <a:srcRect l="54667" t="35969" r="40908" b="54832"/>
          <a:stretch/>
        </p:blipFill>
        <p:spPr>
          <a:xfrm rot="18781905">
            <a:off x="-10837453" y="425205"/>
            <a:ext cx="598779" cy="700179"/>
          </a:xfrm>
          <a:prstGeom prst="rect">
            <a:avLst/>
          </a:prstGeom>
        </p:spPr>
      </p:pic>
      <p:pic>
        <p:nvPicPr>
          <p:cNvPr id="43" name="Picture 62">
            <a:extLst>
              <a:ext uri="{FF2B5EF4-FFF2-40B4-BE49-F238E27FC236}">
                <a16:creationId xmlns:a16="http://schemas.microsoft.com/office/drawing/2014/main" id="{24105908-7E50-428A-943E-EA904F4DEB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759" b="44352" l="43594" r="48177">
                        <a14:foregroundMark x1="45052" y1="36759" x2="45052" y2="36759"/>
                      </a14:backgroundRemoval>
                    </a14:imgEffect>
                  </a14:imgLayer>
                </a14:imgProps>
              </a:ext>
            </a:extLst>
          </a:blip>
          <a:srcRect l="43059" t="36230" r="51234" b="54734"/>
          <a:stretch/>
        </p:blipFill>
        <p:spPr>
          <a:xfrm rot="18781905">
            <a:off x="-7791523" y="532235"/>
            <a:ext cx="695887" cy="619655"/>
          </a:xfrm>
          <a:prstGeom prst="rect">
            <a:avLst/>
          </a:prstGeom>
        </p:spPr>
      </p:pic>
      <p:pic>
        <p:nvPicPr>
          <p:cNvPr id="44" name="Picture 64">
            <a:extLst>
              <a:ext uri="{FF2B5EF4-FFF2-40B4-BE49-F238E27FC236}">
                <a16:creationId xmlns:a16="http://schemas.microsoft.com/office/drawing/2014/main" id="{E3ED3EFC-3B89-4AF1-87DC-BC31891C26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185" b="61944" l="54844" r="59167">
                        <a14:foregroundMark x1="57396" y1="55185" x2="57396" y2="55185"/>
                      </a14:backgroundRemoval>
                    </a14:imgEffect>
                  </a14:imgLayer>
                </a14:imgProps>
              </a:ext>
            </a:extLst>
          </a:blip>
          <a:srcRect l="54311" t="54482" r="40250" b="37169"/>
          <a:stretch/>
        </p:blipFill>
        <p:spPr>
          <a:xfrm rot="18781905">
            <a:off x="-4702853" y="495890"/>
            <a:ext cx="663202" cy="572499"/>
          </a:xfrm>
          <a:prstGeom prst="rect">
            <a:avLst/>
          </a:prstGeom>
        </p:spPr>
      </p:pic>
      <p:pic>
        <p:nvPicPr>
          <p:cNvPr id="45" name="Picture 66">
            <a:extLst>
              <a:ext uri="{FF2B5EF4-FFF2-40B4-BE49-F238E27FC236}">
                <a16:creationId xmlns:a16="http://schemas.microsoft.com/office/drawing/2014/main" id="{B8BDB887-DD52-4498-AE22-B11EB714288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 rot="3686945">
            <a:off x="12565848" y="466832"/>
            <a:ext cx="716816" cy="579013"/>
          </a:xfrm>
          <a:prstGeom prst="rect">
            <a:avLst/>
          </a:prstGeom>
        </p:spPr>
      </p:pic>
      <p:pic>
        <p:nvPicPr>
          <p:cNvPr id="46" name="Picture 82">
            <a:extLst>
              <a:ext uri="{FF2B5EF4-FFF2-40B4-BE49-F238E27FC236}">
                <a16:creationId xmlns:a16="http://schemas.microsoft.com/office/drawing/2014/main" id="{3C729229-0A2C-429A-8C07-6791492B67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 rot="3686945">
            <a:off x="14808393" y="396621"/>
            <a:ext cx="627631" cy="640495"/>
          </a:xfrm>
          <a:prstGeom prst="rect">
            <a:avLst/>
          </a:prstGeom>
        </p:spPr>
      </p:pic>
      <p:pic>
        <p:nvPicPr>
          <p:cNvPr id="47" name="Picture 80">
            <a:extLst>
              <a:ext uri="{FF2B5EF4-FFF2-40B4-BE49-F238E27FC236}">
                <a16:creationId xmlns:a16="http://schemas.microsoft.com/office/drawing/2014/main" id="{CFFCFEE3-66C5-4924-BEF0-167A962EB30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 rot="3686945">
            <a:off x="17535497" y="371619"/>
            <a:ext cx="688547" cy="626069"/>
          </a:xfrm>
          <a:prstGeom prst="rect">
            <a:avLst/>
          </a:prstGeom>
        </p:spPr>
      </p:pic>
      <p:sp>
        <p:nvSpPr>
          <p:cNvPr id="48" name="Hình chữ nhật 47">
            <a:extLst>
              <a:ext uri="{FF2B5EF4-FFF2-40B4-BE49-F238E27FC236}">
                <a16:creationId xmlns:a16="http://schemas.microsoft.com/office/drawing/2014/main" id="{212F5780-4834-46A1-BC7B-307B0D534865}"/>
              </a:ext>
            </a:extLst>
          </p:cNvPr>
          <p:cNvSpPr/>
          <p:nvPr/>
        </p:nvSpPr>
        <p:spPr>
          <a:xfrm rot="19374859">
            <a:off x="4345487" y="2092579"/>
            <a:ext cx="3124389" cy="1664923"/>
          </a:xfrm>
          <a:prstGeom prst="rect">
            <a:avLst/>
          </a:prstGeom>
          <a:solidFill>
            <a:srgbClr val="FEDEEB">
              <a:alpha val="0"/>
            </a:srgbClr>
          </a:solidFill>
          <a:ln w="28575">
            <a:solidFill>
              <a:srgbClr val="A52066">
                <a:alpha val="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5" name="Nhóm 24">
            <a:extLst>
              <a:ext uri="{FF2B5EF4-FFF2-40B4-BE49-F238E27FC236}">
                <a16:creationId xmlns:a16="http://schemas.microsoft.com/office/drawing/2014/main" id="{A3D3021B-F3DF-41A5-935E-072E78D72291}"/>
              </a:ext>
            </a:extLst>
          </p:cNvPr>
          <p:cNvGrpSpPr/>
          <p:nvPr/>
        </p:nvGrpSpPr>
        <p:grpSpPr>
          <a:xfrm>
            <a:off x="3307693" y="1165670"/>
            <a:ext cx="5576614" cy="1235137"/>
            <a:chOff x="3287986" y="940552"/>
            <a:chExt cx="5576614" cy="1235137"/>
          </a:xfrm>
        </p:grpSpPr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F9A73E28-42AB-4F51-A6F3-200BA2D42015}"/>
                </a:ext>
              </a:extLst>
            </p:cNvPr>
            <p:cNvSpPr txBox="1"/>
            <p:nvPr/>
          </p:nvSpPr>
          <p:spPr>
            <a:xfrm>
              <a:off x="3327400" y="975360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Paytone One" panose="00000500000000000000" pitchFamily="2" charset="-93"/>
                </a:rPr>
                <a:t>Nội Dung 2</a:t>
              </a:r>
              <a:r>
                <a:rPr lang="en-US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 </a:t>
              </a:r>
              <a:endParaRPr lang="vi-VN">
                <a:ln w="38100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4" name="Hộp Văn bản 23">
              <a:extLst>
                <a:ext uri="{FF2B5EF4-FFF2-40B4-BE49-F238E27FC236}">
                  <a16:creationId xmlns:a16="http://schemas.microsoft.com/office/drawing/2014/main" id="{9EE1742D-6AD7-44AC-860D-BF407A3EB9CA}"/>
                </a:ext>
              </a:extLst>
            </p:cNvPr>
            <p:cNvSpPr txBox="1"/>
            <p:nvPr/>
          </p:nvSpPr>
          <p:spPr>
            <a:xfrm>
              <a:off x="3287986" y="940552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  <a:latin typeface="Paytone One" panose="00000500000000000000" pitchFamily="2" charset="-93"/>
                </a:rPr>
                <a:t>Nội Dung 2</a:t>
              </a:r>
              <a:r>
                <a:rPr lang="en-US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</a:rPr>
                <a:t> </a:t>
              </a:r>
              <a:endParaRPr lang="vi-VN">
                <a:ln w="38100">
                  <a:solidFill>
                    <a:srgbClr val="4B241D"/>
                  </a:solidFill>
                </a:ln>
                <a:solidFill>
                  <a:srgbClr val="F6D94C"/>
                </a:solidFill>
              </a:endParaRPr>
            </a:p>
          </p:txBody>
        </p:sp>
      </p:grpSp>
      <p:grpSp>
        <p:nvGrpSpPr>
          <p:cNvPr id="29" name="Nhóm 28">
            <a:extLst>
              <a:ext uri="{FF2B5EF4-FFF2-40B4-BE49-F238E27FC236}">
                <a16:creationId xmlns:a16="http://schemas.microsoft.com/office/drawing/2014/main" id="{C0F07D1A-589F-4CB2-8C55-A095012E8D0A}"/>
              </a:ext>
            </a:extLst>
          </p:cNvPr>
          <p:cNvGrpSpPr/>
          <p:nvPr/>
        </p:nvGrpSpPr>
        <p:grpSpPr>
          <a:xfrm>
            <a:off x="4159511" y="2424703"/>
            <a:ext cx="3815202" cy="672301"/>
            <a:chOff x="3668242" y="2606716"/>
            <a:chExt cx="3815202" cy="672301"/>
          </a:xfrm>
        </p:grpSpPr>
        <p:sp>
          <p:nvSpPr>
            <p:cNvPr id="26" name="Hộp Văn bản 25">
              <a:extLst>
                <a:ext uri="{FF2B5EF4-FFF2-40B4-BE49-F238E27FC236}">
                  <a16:creationId xmlns:a16="http://schemas.microsoft.com/office/drawing/2014/main" id="{69623173-5EB7-4FF2-8573-4F06D2ADA709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rgbClr val="3478A9"/>
                  </a:solidFill>
                  <a:latin typeface="Lobster" panose="00000500000000000000" pitchFamily="2" charset="-93"/>
                </a:rPr>
                <a:t>Chủ đề Nội dung 2</a:t>
              </a:r>
              <a:endParaRPr lang="vi-VN" sz="3600">
                <a:solidFill>
                  <a:srgbClr val="3478A9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28" name="Hộp Văn bản 27">
              <a:extLst>
                <a:ext uri="{FF2B5EF4-FFF2-40B4-BE49-F238E27FC236}">
                  <a16:creationId xmlns:a16="http://schemas.microsoft.com/office/drawing/2014/main" id="{D4B5C866-3C6D-4BFF-8546-C9119147C311}"/>
                </a:ext>
              </a:extLst>
            </p:cNvPr>
            <p:cNvSpPr txBox="1"/>
            <p:nvPr/>
          </p:nvSpPr>
          <p:spPr>
            <a:xfrm>
              <a:off x="3668242" y="2606716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chemeClr val="bg1"/>
                  </a:solidFill>
                  <a:latin typeface="Lobster" panose="00000500000000000000" pitchFamily="2" charset="-93"/>
                </a:rPr>
                <a:t>Chủ đề Nội dung 2</a:t>
              </a:r>
              <a:endParaRPr lang="vi-VN" sz="36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</p:grpSp>
      <p:pic>
        <p:nvPicPr>
          <p:cNvPr id="31" name="Picture 4">
            <a:extLst>
              <a:ext uri="{FF2B5EF4-FFF2-40B4-BE49-F238E27FC236}">
                <a16:creationId xmlns:a16="http://schemas.microsoft.com/office/drawing/2014/main" id="{023E53F9-466A-450B-A0E5-0D48FE86967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2130" b="89074" l="32865" r="43698">
                        <a14:foregroundMark x1="33906" y1="79630" x2="33906" y2="79630"/>
                        <a14:foregroundMark x1="34375" y1="77778" x2="34375" y2="77778"/>
                        <a14:foregroundMark x1="34479" y1="76852" x2="34479" y2="76852"/>
                        <a14:foregroundMark x1="35156" y1="74815" x2="35156" y2="74815"/>
                        <a14:foregroundMark x1="35417" y1="73981" x2="35990" y2="73981"/>
                        <a14:foregroundMark x1="37031" y1="73148" x2="38281" y2="72963"/>
                        <a14:foregroundMark x1="39010" y1="73519" x2="40208" y2="74722"/>
                        <a14:foregroundMark x1="42031" y1="77222" x2="42135" y2="77500"/>
                        <a14:foregroundMark x1="43698" y1="83148" x2="43698" y2="83148"/>
                        <a14:foregroundMark x1="39427" y1="88241" x2="39427" y2="88241"/>
                        <a14:foregroundMark x1="37917" y1="89074" x2="38281" y2="88889"/>
                        <a14:foregroundMark x1="37813" y1="88333" x2="38802" y2="88333"/>
                        <a14:foregroundMark x1="39115" y1="88426" x2="39948" y2="88241"/>
                        <a14:foregroundMark x1="40365" y1="87037" x2="40885" y2="86944"/>
                        <a14:foregroundMark x1="40677" y1="87685" x2="41198" y2="86204"/>
                        <a14:foregroundMark x1="41458" y1="85463" x2="41302" y2="86111"/>
                        <a14:foregroundMark x1="41875" y1="84815" x2="41719" y2="85556"/>
                        <a14:foregroundMark x1="36719" y1="88426" x2="36771" y2="88519"/>
                        <a14:foregroundMark x1="37292" y1="88981" x2="37500" y2="88981"/>
                        <a14:foregroundMark x1="36510" y1="88333" x2="36094" y2="88241"/>
                        <a14:foregroundMark x1="35313" y1="87500" x2="34896" y2="86852"/>
                        <a14:foregroundMark x1="34219" y1="85185" x2="34063" y2="84630"/>
                        <a14:foregroundMark x1="33542" y1="83056" x2="33438" y2="82685"/>
                        <a14:foregroundMark x1="33438" y1="81204" x2="33490" y2="81019"/>
                        <a14:foregroundMark x1="33438" y1="80463" x2="33698" y2="82870"/>
                        <a14:foregroundMark x1="33698" y1="84074" x2="34375" y2="85463"/>
                        <a14:foregroundMark x1="33438" y1="79444" x2="33594" y2="77870"/>
                        <a14:foregroundMark x1="33698" y1="77500" x2="34010" y2="76204"/>
                        <a14:foregroundMark x1="34531" y1="75278" x2="35104" y2="74352"/>
                        <a14:foregroundMark x1="35625" y1="73981" x2="36198" y2="73426"/>
                        <a14:foregroundMark x1="36354" y1="73148" x2="37240" y2="72593"/>
                        <a14:foregroundMark x1="38333" y1="72593" x2="39010" y2="72685"/>
                        <a14:foregroundMark x1="39844" y1="73519" x2="40104" y2="73704"/>
                        <a14:foregroundMark x1="39167" y1="73056" x2="38438" y2="72963"/>
                        <a14:foregroundMark x1="35938" y1="73241" x2="35938" y2="73241"/>
                        <a14:foregroundMark x1="35156" y1="73981" x2="35156" y2="73981"/>
                        <a14:foregroundMark x1="39063" y1="72778" x2="39635" y2="73148"/>
                        <a14:foregroundMark x1="40521" y1="74074" x2="40781" y2="74537"/>
                        <a14:foregroundMark x1="41354" y1="75278" x2="41771" y2="76481"/>
                        <a14:foregroundMark x1="40677" y1="74352" x2="41250" y2="75370"/>
                        <a14:foregroundMark x1="40260" y1="73611" x2="40677" y2="74352"/>
                        <a14:foregroundMark x1="39844" y1="73241" x2="40104" y2="73426"/>
                        <a14:foregroundMark x1="42135" y1="78148" x2="42292" y2="79167"/>
                        <a14:foregroundMark x1="42292" y1="79444" x2="42448" y2="79907"/>
                      </a14:backgroundRemoval>
                    </a14:imgEffect>
                  </a14:imgLayer>
                </a14:imgProps>
              </a:ext>
            </a:extLst>
          </a:blip>
          <a:srcRect l="31586" t="70256" r="55507" b="9506"/>
          <a:stretch/>
        </p:blipFill>
        <p:spPr>
          <a:xfrm>
            <a:off x="3207796" y="4774267"/>
            <a:ext cx="1643315" cy="1449452"/>
          </a:xfrm>
          <a:prstGeom prst="rect">
            <a:avLst/>
          </a:prstGeom>
        </p:spPr>
      </p:pic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7AC80A75-6997-45A7-A6BC-0BC85C47370F}"/>
              </a:ext>
            </a:extLst>
          </p:cNvPr>
          <p:cNvSpPr txBox="1"/>
          <p:nvPr/>
        </p:nvSpPr>
        <p:spPr>
          <a:xfrm>
            <a:off x="4697707" y="4905805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52066"/>
                </a:solidFill>
                <a:latin typeface="Lobster" panose="00000500000000000000" pitchFamily="2" charset="-93"/>
              </a:rPr>
              <a:t>Nội dung 2</a:t>
            </a:r>
            <a:endParaRPr lang="vi-VN" sz="2400">
              <a:solidFill>
                <a:srgbClr val="A52066"/>
              </a:solidFill>
              <a:latin typeface="Lobster" panose="00000500000000000000" pitchFamily="2" charset="-93"/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428AC643-04D7-4517-AA5B-B426137E295B}"/>
              </a:ext>
            </a:extLst>
          </p:cNvPr>
          <p:cNvSpPr txBox="1"/>
          <p:nvPr/>
        </p:nvSpPr>
        <p:spPr>
          <a:xfrm>
            <a:off x="4674479" y="4896159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Lobster" panose="00000500000000000000" pitchFamily="2" charset="-93"/>
              </a:rPr>
              <a:t>Nội dung 2</a:t>
            </a:r>
            <a:endParaRPr lang="vi-VN" sz="2400">
              <a:solidFill>
                <a:schemeClr val="bg1"/>
              </a:solidFill>
              <a:latin typeface="Lobster" panose="00000500000000000000" pitchFamily="2" charset="-93"/>
            </a:endParaRPr>
          </a:p>
        </p:txBody>
      </p: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B6CCD66B-D028-42B3-A10F-9844373A1082}"/>
              </a:ext>
            </a:extLst>
          </p:cNvPr>
          <p:cNvSpPr txBox="1"/>
          <p:nvPr/>
        </p:nvSpPr>
        <p:spPr>
          <a:xfrm>
            <a:off x="4905786" y="5400279"/>
            <a:ext cx="3354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Ghi rõ nội dung bài học</a:t>
            </a:r>
            <a:endParaRPr lang="vi-VN" sz="2000">
              <a:solidFill>
                <a:schemeClr val="bg1"/>
              </a:solidFill>
            </a:endParaRPr>
          </a:p>
        </p:txBody>
      </p:sp>
      <p:sp>
        <p:nvSpPr>
          <p:cNvPr id="49" name="Hình chữ nhật 48">
            <a:extLst>
              <a:ext uri="{FF2B5EF4-FFF2-40B4-BE49-F238E27FC236}">
                <a16:creationId xmlns:a16="http://schemas.microsoft.com/office/drawing/2014/main" id="{74701EE5-86F5-46CF-A341-ABFC73BD60F4}"/>
              </a:ext>
            </a:extLst>
          </p:cNvPr>
          <p:cNvSpPr/>
          <p:nvPr/>
        </p:nvSpPr>
        <p:spPr>
          <a:xfrm>
            <a:off x="0" y="4686811"/>
            <a:ext cx="12192000" cy="1704498"/>
          </a:xfrm>
          <a:prstGeom prst="rect">
            <a:avLst/>
          </a:prstGeom>
          <a:solidFill>
            <a:srgbClr val="FB89B7"/>
          </a:solidFill>
          <a:ln>
            <a:noFill/>
          </a:ln>
          <a:effectLst>
            <a:outerShdw blurRad="342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5DC1FEDF-32C0-4F5B-B5C8-CCB8F826CE8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2130" b="89074" l="32865" r="43698">
                        <a14:foregroundMark x1="33906" y1="79630" x2="33906" y2="79630"/>
                        <a14:foregroundMark x1="34375" y1="77778" x2="34375" y2="77778"/>
                        <a14:foregroundMark x1="34479" y1="76852" x2="34479" y2="76852"/>
                        <a14:foregroundMark x1="35156" y1="74815" x2="35156" y2="74815"/>
                        <a14:foregroundMark x1="35417" y1="73981" x2="35990" y2="73981"/>
                        <a14:foregroundMark x1="37031" y1="73148" x2="38281" y2="72963"/>
                        <a14:foregroundMark x1="39010" y1="73519" x2="40208" y2="74722"/>
                        <a14:foregroundMark x1="42031" y1="77222" x2="42135" y2="77500"/>
                        <a14:foregroundMark x1="43698" y1="83148" x2="43698" y2="83148"/>
                        <a14:foregroundMark x1="39427" y1="88241" x2="39427" y2="88241"/>
                        <a14:foregroundMark x1="37917" y1="89074" x2="38281" y2="88889"/>
                        <a14:foregroundMark x1="37813" y1="88333" x2="38802" y2="88333"/>
                        <a14:foregroundMark x1="39115" y1="88426" x2="39948" y2="88241"/>
                        <a14:foregroundMark x1="40365" y1="87037" x2="40885" y2="86944"/>
                        <a14:foregroundMark x1="40677" y1="87685" x2="41198" y2="86204"/>
                        <a14:foregroundMark x1="41458" y1="85463" x2="41302" y2="86111"/>
                        <a14:foregroundMark x1="41875" y1="84815" x2="41719" y2="85556"/>
                        <a14:foregroundMark x1="36719" y1="88426" x2="36771" y2="88519"/>
                        <a14:foregroundMark x1="37292" y1="88981" x2="37500" y2="88981"/>
                        <a14:foregroundMark x1="36510" y1="88333" x2="36094" y2="88241"/>
                        <a14:foregroundMark x1="35313" y1="87500" x2="34896" y2="86852"/>
                        <a14:foregroundMark x1="34219" y1="85185" x2="34063" y2="84630"/>
                        <a14:foregroundMark x1="33542" y1="83056" x2="33438" y2="82685"/>
                        <a14:foregroundMark x1="33438" y1="81204" x2="33490" y2="81019"/>
                        <a14:foregroundMark x1="33438" y1="80463" x2="33698" y2="82870"/>
                        <a14:foregroundMark x1="33698" y1="84074" x2="34375" y2="85463"/>
                        <a14:foregroundMark x1="33438" y1="79444" x2="33594" y2="77870"/>
                        <a14:foregroundMark x1="33698" y1="77500" x2="34010" y2="76204"/>
                        <a14:foregroundMark x1="34531" y1="75278" x2="35104" y2="74352"/>
                        <a14:foregroundMark x1="35625" y1="73981" x2="36198" y2="73426"/>
                        <a14:foregroundMark x1="36354" y1="73148" x2="37240" y2="72593"/>
                        <a14:foregroundMark x1="38333" y1="72593" x2="39010" y2="72685"/>
                        <a14:foregroundMark x1="39844" y1="73519" x2="40104" y2="73704"/>
                        <a14:foregroundMark x1="39167" y1="73056" x2="38438" y2="72963"/>
                        <a14:foregroundMark x1="35938" y1="73241" x2="35938" y2="73241"/>
                        <a14:foregroundMark x1="35156" y1="73981" x2="35156" y2="73981"/>
                        <a14:foregroundMark x1="39063" y1="72778" x2="39635" y2="73148"/>
                        <a14:foregroundMark x1="40521" y1="74074" x2="40781" y2="74537"/>
                        <a14:foregroundMark x1="41354" y1="75278" x2="41771" y2="76481"/>
                        <a14:foregroundMark x1="40677" y1="74352" x2="41250" y2="75370"/>
                        <a14:foregroundMark x1="40260" y1="73611" x2="40677" y2="74352"/>
                        <a14:foregroundMark x1="39844" y1="73241" x2="40104" y2="73426"/>
                        <a14:foregroundMark x1="42135" y1="78148" x2="42292" y2="79167"/>
                        <a14:foregroundMark x1="42292" y1="79444" x2="42448" y2="79907"/>
                      </a14:backgroundRemoval>
                    </a14:imgEffect>
                  </a14:imgLayer>
                </a14:imgProps>
              </a:ext>
            </a:extLst>
          </a:blip>
          <a:srcRect l="31586" t="70256" r="55507" b="9506"/>
          <a:stretch/>
        </p:blipFill>
        <p:spPr>
          <a:xfrm>
            <a:off x="3227503" y="4765834"/>
            <a:ext cx="1643315" cy="1449452"/>
          </a:xfrm>
          <a:prstGeom prst="rect">
            <a:avLst/>
          </a:prstGeom>
        </p:spPr>
      </p:pic>
      <p:sp>
        <p:nvSpPr>
          <p:cNvPr id="51" name="Hộp Văn bản 50">
            <a:extLst>
              <a:ext uri="{FF2B5EF4-FFF2-40B4-BE49-F238E27FC236}">
                <a16:creationId xmlns:a16="http://schemas.microsoft.com/office/drawing/2014/main" id="{39823B03-8400-447E-A765-8CF1D33547EA}"/>
              </a:ext>
            </a:extLst>
          </p:cNvPr>
          <p:cNvSpPr txBox="1"/>
          <p:nvPr/>
        </p:nvSpPr>
        <p:spPr>
          <a:xfrm>
            <a:off x="4717414" y="4897372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52066"/>
                </a:solidFill>
                <a:latin typeface="Lobster" panose="00000500000000000000" pitchFamily="2" charset="-93"/>
              </a:rPr>
              <a:t>Nội dung 2</a:t>
            </a:r>
            <a:endParaRPr lang="vi-VN" sz="2400">
              <a:solidFill>
                <a:srgbClr val="A52066"/>
              </a:solidFill>
              <a:latin typeface="Lobster" panose="00000500000000000000" pitchFamily="2" charset="-93"/>
            </a:endParaRPr>
          </a:p>
        </p:txBody>
      </p:sp>
      <p:sp>
        <p:nvSpPr>
          <p:cNvPr id="52" name="Hộp Văn bản 51">
            <a:extLst>
              <a:ext uri="{FF2B5EF4-FFF2-40B4-BE49-F238E27FC236}">
                <a16:creationId xmlns:a16="http://schemas.microsoft.com/office/drawing/2014/main" id="{D8F8B1ED-935C-456A-A701-B56864F37044}"/>
              </a:ext>
            </a:extLst>
          </p:cNvPr>
          <p:cNvSpPr txBox="1"/>
          <p:nvPr/>
        </p:nvSpPr>
        <p:spPr>
          <a:xfrm>
            <a:off x="4694186" y="4887726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Lobster" panose="00000500000000000000" pitchFamily="2" charset="-93"/>
              </a:rPr>
              <a:t>Nội dung 2</a:t>
            </a:r>
            <a:endParaRPr lang="vi-VN" sz="2400">
              <a:solidFill>
                <a:schemeClr val="bg1"/>
              </a:solidFill>
              <a:latin typeface="Lobster" panose="00000500000000000000" pitchFamily="2" charset="-93"/>
            </a:endParaRPr>
          </a:p>
        </p:txBody>
      </p:sp>
      <p:sp>
        <p:nvSpPr>
          <p:cNvPr id="53" name="Hộp Văn bản 52">
            <a:extLst>
              <a:ext uri="{FF2B5EF4-FFF2-40B4-BE49-F238E27FC236}">
                <a16:creationId xmlns:a16="http://schemas.microsoft.com/office/drawing/2014/main" id="{553FC816-EF80-4451-ADC6-49994AB7D9F8}"/>
              </a:ext>
            </a:extLst>
          </p:cNvPr>
          <p:cNvSpPr txBox="1"/>
          <p:nvPr/>
        </p:nvSpPr>
        <p:spPr>
          <a:xfrm>
            <a:off x="4925493" y="5391846"/>
            <a:ext cx="3354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Ghi rõ nội dung bài học</a:t>
            </a:r>
            <a:endParaRPr lang="vi-VN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562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95D4F3"/>
            </a:gs>
            <a:gs pos="0">
              <a:srgbClr val="4CA2DE"/>
            </a:gs>
            <a:gs pos="100000">
              <a:srgbClr val="61BE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8B785423-7B13-48C6-9F8E-E7CC44040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89B7"/>
          </a:solidFill>
          <a:ln>
            <a:noFill/>
          </a:ln>
          <a:effectLst>
            <a:outerShdw blurRad="342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B6CCD66B-D028-42B3-A10F-9844373A1082}"/>
              </a:ext>
            </a:extLst>
          </p:cNvPr>
          <p:cNvSpPr txBox="1"/>
          <p:nvPr/>
        </p:nvSpPr>
        <p:spPr>
          <a:xfrm>
            <a:off x="5496227" y="5462980"/>
            <a:ext cx="3354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>
                    <a:alpha val="0"/>
                  </a:schemeClr>
                </a:solidFill>
              </a:rPr>
              <a:t>Ghi rõ nội dung bài học</a:t>
            </a:r>
            <a:endParaRPr lang="vi-VN" sz="200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9A9BD00-BE3E-4F4C-98A0-B01235090F6A}"/>
              </a:ext>
            </a:extLst>
          </p:cNvPr>
          <p:cNvSpPr/>
          <p:nvPr/>
        </p:nvSpPr>
        <p:spPr>
          <a:xfrm>
            <a:off x="778308" y="1298626"/>
            <a:ext cx="10624851" cy="5061541"/>
          </a:xfrm>
          <a:prstGeom prst="rect">
            <a:avLst/>
          </a:prstGeom>
          <a:solidFill>
            <a:srgbClr val="FEDEEB"/>
          </a:solidFill>
          <a:ln w="28575">
            <a:solidFill>
              <a:srgbClr val="A52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23E53F9-466A-450B-A0E5-0D48FE8696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130" b="89074" l="32865" r="43698">
                        <a14:foregroundMark x1="33906" y1="79630" x2="33906" y2="79630"/>
                        <a14:foregroundMark x1="34375" y1="77778" x2="34375" y2="77778"/>
                        <a14:foregroundMark x1="34479" y1="76852" x2="34479" y2="76852"/>
                        <a14:foregroundMark x1="35156" y1="74815" x2="35156" y2="74815"/>
                        <a14:foregroundMark x1="35417" y1="73981" x2="35990" y2="73981"/>
                        <a14:foregroundMark x1="37031" y1="73148" x2="38281" y2="72963"/>
                        <a14:foregroundMark x1="39010" y1="73519" x2="40208" y2="74722"/>
                        <a14:foregroundMark x1="42031" y1="77222" x2="42135" y2="77500"/>
                        <a14:foregroundMark x1="43698" y1="83148" x2="43698" y2="83148"/>
                        <a14:foregroundMark x1="39427" y1="88241" x2="39427" y2="88241"/>
                        <a14:foregroundMark x1="37917" y1="89074" x2="38281" y2="88889"/>
                        <a14:foregroundMark x1="37813" y1="88333" x2="38802" y2="88333"/>
                        <a14:foregroundMark x1="39115" y1="88426" x2="39948" y2="88241"/>
                        <a14:foregroundMark x1="40365" y1="87037" x2="40885" y2="86944"/>
                        <a14:foregroundMark x1="40677" y1="87685" x2="41198" y2="86204"/>
                        <a14:foregroundMark x1="41458" y1="85463" x2="41302" y2="86111"/>
                        <a14:foregroundMark x1="41875" y1="84815" x2="41719" y2="85556"/>
                        <a14:foregroundMark x1="36719" y1="88426" x2="36771" y2="88519"/>
                        <a14:foregroundMark x1="37292" y1="88981" x2="37500" y2="88981"/>
                        <a14:foregroundMark x1="36510" y1="88333" x2="36094" y2="88241"/>
                        <a14:foregroundMark x1="35313" y1="87500" x2="34896" y2="86852"/>
                        <a14:foregroundMark x1="34219" y1="85185" x2="34063" y2="84630"/>
                        <a14:foregroundMark x1="33542" y1="83056" x2="33438" y2="82685"/>
                        <a14:foregroundMark x1="33438" y1="81204" x2="33490" y2="81019"/>
                        <a14:foregroundMark x1="33438" y1="80463" x2="33698" y2="82870"/>
                        <a14:foregroundMark x1="33698" y1="84074" x2="34375" y2="85463"/>
                        <a14:foregroundMark x1="33438" y1="79444" x2="33594" y2="77870"/>
                        <a14:foregroundMark x1="33698" y1="77500" x2="34010" y2="76204"/>
                        <a14:foregroundMark x1="34531" y1="75278" x2="35104" y2="74352"/>
                        <a14:foregroundMark x1="35625" y1="73981" x2="36198" y2="73426"/>
                        <a14:foregroundMark x1="36354" y1="73148" x2="37240" y2="72593"/>
                        <a14:foregroundMark x1="38333" y1="72593" x2="39010" y2="72685"/>
                        <a14:foregroundMark x1="39844" y1="73519" x2="40104" y2="73704"/>
                        <a14:foregroundMark x1="39167" y1="73056" x2="38438" y2="72963"/>
                        <a14:foregroundMark x1="35938" y1="73241" x2="35938" y2="73241"/>
                        <a14:foregroundMark x1="35156" y1="73981" x2="35156" y2="73981"/>
                        <a14:foregroundMark x1="39063" y1="72778" x2="39635" y2="73148"/>
                        <a14:foregroundMark x1="40521" y1="74074" x2="40781" y2="74537"/>
                        <a14:foregroundMark x1="41354" y1="75278" x2="41771" y2="76481"/>
                        <a14:foregroundMark x1="40677" y1="74352" x2="41250" y2="75370"/>
                        <a14:foregroundMark x1="40260" y1="73611" x2="40677" y2="74352"/>
                        <a14:foregroundMark x1="39844" y1="73241" x2="40104" y2="73426"/>
                        <a14:foregroundMark x1="42135" y1="78148" x2="42292" y2="79167"/>
                        <a14:foregroundMark x1="42292" y1="79444" x2="42448" y2="79907"/>
                      </a14:backgroundRemoval>
                    </a14:imgEffect>
                  </a14:imgLayer>
                </a14:imgProps>
              </a:ext>
            </a:extLst>
          </a:blip>
          <a:srcRect l="31586" t="70256" r="55507" b="9506"/>
          <a:stretch/>
        </p:blipFill>
        <p:spPr>
          <a:xfrm>
            <a:off x="125382" y="5357824"/>
            <a:ext cx="1643315" cy="1449452"/>
          </a:xfrm>
          <a:prstGeom prst="rect">
            <a:avLst/>
          </a:prstGeom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BF17B7DC-4108-4F05-9266-6653C226BC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759" b="44352" l="55052" r="58646">
                        <a14:foregroundMark x1="56927" y1="44352" x2="56927" y2="44352"/>
                        <a14:foregroundMark x1="56875" y1="36759" x2="56875" y2="36759"/>
                      </a14:backgroundRemoval>
                    </a14:imgEffect>
                  </a14:imgLayer>
                </a14:imgProps>
              </a:ext>
            </a:extLst>
          </a:blip>
          <a:srcRect l="54667" t="35969" r="40908" b="54832"/>
          <a:stretch/>
        </p:blipFill>
        <p:spPr>
          <a:xfrm>
            <a:off x="1249772" y="425205"/>
            <a:ext cx="598779" cy="700179"/>
          </a:xfrm>
          <a:prstGeom prst="rect">
            <a:avLst/>
          </a:prstGeom>
        </p:spPr>
      </p:pic>
      <p:pic>
        <p:nvPicPr>
          <p:cNvPr id="19" name="Picture 62">
            <a:extLst>
              <a:ext uri="{FF2B5EF4-FFF2-40B4-BE49-F238E27FC236}">
                <a16:creationId xmlns:a16="http://schemas.microsoft.com/office/drawing/2014/main" id="{11C169A6-3EAA-4122-8612-D002A7FE75E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759" b="44352" l="43594" r="48177">
                        <a14:foregroundMark x1="45052" y1="36759" x2="45052" y2="36759"/>
                      </a14:backgroundRemoval>
                    </a14:imgEffect>
                  </a14:imgLayer>
                </a14:imgProps>
              </a:ext>
            </a:extLst>
          </a:blip>
          <a:srcRect l="43059" t="36230" r="51234" b="54734"/>
          <a:stretch/>
        </p:blipFill>
        <p:spPr>
          <a:xfrm>
            <a:off x="2438327" y="446510"/>
            <a:ext cx="695887" cy="619655"/>
          </a:xfrm>
          <a:prstGeom prst="rect">
            <a:avLst/>
          </a:prstGeom>
        </p:spPr>
      </p:pic>
      <p:pic>
        <p:nvPicPr>
          <p:cNvPr id="20" name="Picture 64">
            <a:extLst>
              <a:ext uri="{FF2B5EF4-FFF2-40B4-BE49-F238E27FC236}">
                <a16:creationId xmlns:a16="http://schemas.microsoft.com/office/drawing/2014/main" id="{9A8CB9DC-B54F-456D-BBF6-85C5D2B4F53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185" b="61944" l="54844" r="59167">
                        <a14:foregroundMark x1="57396" y1="55185" x2="57396" y2="55185"/>
                      </a14:backgroundRemoval>
                    </a14:imgEffect>
                  </a14:imgLayer>
                </a14:imgProps>
              </a:ext>
            </a:extLst>
          </a:blip>
          <a:srcRect l="54311" t="54482" r="40250" b="37169"/>
          <a:stretch/>
        </p:blipFill>
        <p:spPr>
          <a:xfrm>
            <a:off x="3755347" y="495890"/>
            <a:ext cx="663202" cy="572499"/>
          </a:xfrm>
          <a:prstGeom prst="rect">
            <a:avLst/>
          </a:prstGeom>
        </p:spPr>
      </p:pic>
      <p:pic>
        <p:nvPicPr>
          <p:cNvPr id="21" name="Picture 66">
            <a:extLst>
              <a:ext uri="{FF2B5EF4-FFF2-40B4-BE49-F238E27FC236}">
                <a16:creationId xmlns:a16="http://schemas.microsoft.com/office/drawing/2014/main" id="{8C2559EA-0B3F-43E2-8517-A6F90B461E7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7975922" y="466832"/>
            <a:ext cx="716816" cy="579013"/>
          </a:xfrm>
          <a:prstGeom prst="rect">
            <a:avLst/>
          </a:prstGeom>
        </p:spPr>
      </p:pic>
      <p:pic>
        <p:nvPicPr>
          <p:cNvPr id="22" name="Picture 82">
            <a:extLst>
              <a:ext uri="{FF2B5EF4-FFF2-40B4-BE49-F238E27FC236}">
                <a16:creationId xmlns:a16="http://schemas.microsoft.com/office/drawing/2014/main" id="{2F65B31C-C700-463C-8701-2F6A15075A4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9250281" y="396621"/>
            <a:ext cx="627631" cy="640495"/>
          </a:xfrm>
          <a:prstGeom prst="rect">
            <a:avLst/>
          </a:prstGeom>
        </p:spPr>
      </p:pic>
      <p:pic>
        <p:nvPicPr>
          <p:cNvPr id="23" name="Picture 80">
            <a:extLst>
              <a:ext uri="{FF2B5EF4-FFF2-40B4-BE49-F238E27FC236}">
                <a16:creationId xmlns:a16="http://schemas.microsoft.com/office/drawing/2014/main" id="{2E28F83A-C84F-4A5D-A70A-452D86EAD0D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10435455" y="371619"/>
            <a:ext cx="688547" cy="626069"/>
          </a:xfrm>
          <a:prstGeom prst="rect">
            <a:avLst/>
          </a:prstGeom>
        </p:spPr>
      </p:pic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7AC80A75-6997-45A7-A6BC-0BC85C47370F}"/>
              </a:ext>
            </a:extLst>
          </p:cNvPr>
          <p:cNvSpPr txBox="1"/>
          <p:nvPr/>
        </p:nvSpPr>
        <p:spPr>
          <a:xfrm>
            <a:off x="4234001" y="371619"/>
            <a:ext cx="3770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A52066"/>
                </a:solidFill>
                <a:latin typeface="Lobster" panose="00000500000000000000" pitchFamily="2" charset="-93"/>
              </a:rPr>
              <a:t>Nội dung 2</a:t>
            </a:r>
            <a:endParaRPr lang="vi-VN" sz="4400">
              <a:solidFill>
                <a:srgbClr val="A52066"/>
              </a:solidFill>
              <a:latin typeface="Lobster" panose="00000500000000000000" pitchFamily="2" charset="-93"/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428AC643-04D7-4517-AA5B-B426137E295B}"/>
              </a:ext>
            </a:extLst>
          </p:cNvPr>
          <p:cNvSpPr txBox="1"/>
          <p:nvPr/>
        </p:nvSpPr>
        <p:spPr>
          <a:xfrm>
            <a:off x="4212753" y="332147"/>
            <a:ext cx="3770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  <a:latin typeface="Lobster" panose="00000500000000000000" pitchFamily="2" charset="-93"/>
              </a:rPr>
              <a:t>Nội dung 2</a:t>
            </a:r>
            <a:endParaRPr lang="vi-VN" sz="4400">
              <a:solidFill>
                <a:schemeClr val="bg1"/>
              </a:solidFill>
              <a:latin typeface="Lobster" panose="00000500000000000000" pitchFamily="2" charset="-93"/>
            </a:endParaRPr>
          </a:p>
        </p:txBody>
      </p:sp>
    </p:spTree>
    <p:extLst>
      <p:ext uri="{BB962C8B-B14F-4D97-AF65-F5344CB8AC3E}">
        <p14:creationId xmlns:p14="http://schemas.microsoft.com/office/powerpoint/2010/main" val="1387901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95D4F3"/>
            </a:gs>
            <a:gs pos="0">
              <a:srgbClr val="4CA2DE"/>
            </a:gs>
            <a:gs pos="100000">
              <a:srgbClr val="61BE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hóm 3">
            <a:extLst>
              <a:ext uri="{FF2B5EF4-FFF2-40B4-BE49-F238E27FC236}">
                <a16:creationId xmlns:a16="http://schemas.microsoft.com/office/drawing/2014/main" id="{5208329A-D35B-4F40-BDFB-7EE0BE8EDA4F}"/>
              </a:ext>
            </a:extLst>
          </p:cNvPr>
          <p:cNvGrpSpPr/>
          <p:nvPr/>
        </p:nvGrpSpPr>
        <p:grpSpPr>
          <a:xfrm>
            <a:off x="3307696" y="2206190"/>
            <a:ext cx="5576616" cy="1245649"/>
            <a:chOff x="3287984" y="930040"/>
            <a:chExt cx="5576616" cy="1245649"/>
          </a:xfrm>
        </p:grpSpPr>
        <p:sp>
          <p:nvSpPr>
            <p:cNvPr id="5" name="Hộp Văn bản 4">
              <a:extLst>
                <a:ext uri="{FF2B5EF4-FFF2-40B4-BE49-F238E27FC236}">
                  <a16:creationId xmlns:a16="http://schemas.microsoft.com/office/drawing/2014/main" id="{01B27C06-CAA0-4042-88C6-ECD33B1B0F3A}"/>
                </a:ext>
              </a:extLst>
            </p:cNvPr>
            <p:cNvSpPr txBox="1"/>
            <p:nvPr/>
          </p:nvSpPr>
          <p:spPr>
            <a:xfrm>
              <a:off x="3327400" y="975360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Paytone One" panose="00000500000000000000" pitchFamily="2" charset="-93"/>
                </a:rPr>
                <a:t>Nội Dung 3</a:t>
              </a:r>
              <a:r>
                <a:rPr lang="en-US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 </a:t>
              </a:r>
              <a:endParaRPr lang="vi-VN">
                <a:ln w="38100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" name="Hộp Văn bản 5">
              <a:extLst>
                <a:ext uri="{FF2B5EF4-FFF2-40B4-BE49-F238E27FC236}">
                  <a16:creationId xmlns:a16="http://schemas.microsoft.com/office/drawing/2014/main" id="{9E534975-66F1-45B6-8074-4318B7769477}"/>
                </a:ext>
              </a:extLst>
            </p:cNvPr>
            <p:cNvSpPr txBox="1"/>
            <p:nvPr/>
          </p:nvSpPr>
          <p:spPr>
            <a:xfrm>
              <a:off x="3287984" y="930040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  <a:latin typeface="Paytone One" panose="00000500000000000000" pitchFamily="2" charset="-93"/>
                </a:rPr>
                <a:t>Nội Dung 3</a:t>
              </a:r>
              <a:r>
                <a:rPr lang="en-US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</a:rPr>
                <a:t> </a:t>
              </a:r>
              <a:endParaRPr lang="vi-VN">
                <a:ln w="38100">
                  <a:solidFill>
                    <a:srgbClr val="4B241D"/>
                  </a:solidFill>
                </a:ln>
                <a:solidFill>
                  <a:srgbClr val="F6D94C"/>
                </a:solidFill>
              </a:endParaRPr>
            </a:p>
          </p:txBody>
        </p:sp>
      </p:grpSp>
      <p:grpSp>
        <p:nvGrpSpPr>
          <p:cNvPr id="7" name="Nhóm 6">
            <a:extLst>
              <a:ext uri="{FF2B5EF4-FFF2-40B4-BE49-F238E27FC236}">
                <a16:creationId xmlns:a16="http://schemas.microsoft.com/office/drawing/2014/main" id="{AB6473B0-E359-428B-99F7-24E0AD370EC0}"/>
              </a:ext>
            </a:extLst>
          </p:cNvPr>
          <p:cNvGrpSpPr/>
          <p:nvPr/>
        </p:nvGrpSpPr>
        <p:grpSpPr>
          <a:xfrm>
            <a:off x="4159511" y="3575276"/>
            <a:ext cx="3815202" cy="651895"/>
            <a:chOff x="3668242" y="2632686"/>
            <a:chExt cx="3815202" cy="651895"/>
          </a:xfrm>
        </p:grpSpPr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76A6D435-8DDA-47DE-B07C-07EBDCEC76DB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rgbClr val="3478A9"/>
                  </a:solidFill>
                  <a:latin typeface="Lobster" panose="00000500000000000000" pitchFamily="2" charset="-93"/>
                </a:rPr>
                <a:t>Chủ đề Nội dung 3</a:t>
              </a:r>
              <a:endParaRPr lang="vi-VN" sz="3600">
                <a:solidFill>
                  <a:srgbClr val="3478A9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BD66F38A-93E1-4080-89DC-8CDAA0F88190}"/>
                </a:ext>
              </a:extLst>
            </p:cNvPr>
            <p:cNvSpPr txBox="1"/>
            <p:nvPr/>
          </p:nvSpPr>
          <p:spPr>
            <a:xfrm>
              <a:off x="3668242" y="2638250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chemeClr val="bg1"/>
                  </a:solidFill>
                  <a:latin typeface="Lobster" panose="00000500000000000000" pitchFamily="2" charset="-93"/>
                </a:rPr>
                <a:t>Chủ đề Nội dung 3</a:t>
              </a:r>
              <a:endParaRPr lang="vi-VN" sz="36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4958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36847313-7490-487A-B649-ED513F1B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8A4B9D67-185F-4284-9F94-34BB43AABC42}"/>
              </a:ext>
            </a:extLst>
          </p:cNvPr>
          <p:cNvSpPr/>
          <p:nvPr/>
        </p:nvSpPr>
        <p:spPr>
          <a:xfrm>
            <a:off x="846082" y="462454"/>
            <a:ext cx="10499835" cy="6043449"/>
          </a:xfrm>
          <a:prstGeom prst="roundRect">
            <a:avLst>
              <a:gd name="adj" fmla="val 5190"/>
            </a:avLst>
          </a:prstGeom>
          <a:solidFill>
            <a:schemeClr val="bg1">
              <a:alpha val="70000"/>
            </a:schemeClr>
          </a:solidFill>
          <a:ln w="38100">
            <a:solidFill>
              <a:srgbClr val="A5206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FEDAC72B-0885-4B82-BC8C-5B15D082257D}"/>
              </a:ext>
            </a:extLst>
          </p:cNvPr>
          <p:cNvGrpSpPr/>
          <p:nvPr/>
        </p:nvGrpSpPr>
        <p:grpSpPr>
          <a:xfrm>
            <a:off x="619332" y="652309"/>
            <a:ext cx="3152888" cy="661144"/>
            <a:chOff x="977678" y="689380"/>
            <a:chExt cx="3152888" cy="661144"/>
          </a:xfrm>
        </p:grpSpPr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D4D0ADD2-8CE1-4FD3-AF4B-BA9EE8ED23C0}"/>
                </a:ext>
              </a:extLst>
            </p:cNvPr>
            <p:cNvSpPr txBox="1"/>
            <p:nvPr/>
          </p:nvSpPr>
          <p:spPr>
            <a:xfrm>
              <a:off x="1008993" y="704193"/>
              <a:ext cx="3121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3</a:t>
              </a:r>
              <a:endParaRPr lang="vi-VN" sz="36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2566B1A0-ED75-4838-BD7A-600A1DF73A70}"/>
                </a:ext>
              </a:extLst>
            </p:cNvPr>
            <p:cNvSpPr txBox="1"/>
            <p:nvPr/>
          </p:nvSpPr>
          <p:spPr>
            <a:xfrm>
              <a:off x="977678" y="689380"/>
              <a:ext cx="31215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3</a:t>
              </a:r>
              <a:endParaRPr lang="vi-VN" sz="36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A1357A91-F06B-42E5-AD11-68B39409E6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220716" y="4866006"/>
            <a:ext cx="1785765" cy="1844565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4EB999AD-0208-4393-AB98-3CEF4B18E4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6750" l="62969" r="95625">
                        <a14:foregroundMark x1="75313" y1="10750" x2="77188" y2="13750"/>
                        <a14:foregroundMark x1="79688" y1="6500" x2="79844" y2="7750"/>
                        <a14:foregroundMark x1="76406" y1="88000" x2="76563" y2="93500"/>
                        <a14:foregroundMark x1="75469" y1="93750" x2="75469" y2="96750"/>
                        <a14:foregroundMark x1="74844" y1="84250" x2="75313" y2="86250"/>
                        <a14:foregroundMark x1="79688" y1="6000" x2="79688" y2="6000"/>
                        <a14:foregroundMark x1="74844" y1="84250" x2="74844" y2="84250"/>
                        <a14:foregroundMark x1="75313" y1="82750" x2="75313" y2="84250"/>
                        <a14:backgroundMark x1="83906" y1="26000" x2="86719" y2="29500"/>
                        <a14:backgroundMark x1="63750" y1="31000" x2="68281" y2="34000"/>
                        <a14:backgroundMark x1="90000" y1="33000" x2="92188" y2="4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874"/>
          <a:stretch/>
        </p:blipFill>
        <p:spPr>
          <a:xfrm>
            <a:off x="10092402" y="3048000"/>
            <a:ext cx="2507030" cy="3810000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6CEE7130-B085-40B9-B029-DA893060D377}"/>
              </a:ext>
            </a:extLst>
          </p:cNvPr>
          <p:cNvSpPr txBox="1"/>
          <p:nvPr/>
        </p:nvSpPr>
        <p:spPr>
          <a:xfrm>
            <a:off x="1136175" y="1367322"/>
            <a:ext cx="7811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Thuyết trình ở đây nhé</a:t>
            </a:r>
            <a:endParaRPr lang="vi-VN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Picture 74">
            <a:extLst>
              <a:ext uri="{FF2B5EF4-FFF2-40B4-BE49-F238E27FC236}">
                <a16:creationId xmlns:a16="http://schemas.microsoft.com/office/drawing/2014/main" id="{1F79EB13-6007-48B8-9900-88B4F1B068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410" b="89945" l="10000" r="90000">
                        <a14:foregroundMark x1="46333" y1="27605" x2="47667" y2="29616"/>
                        <a14:foregroundMark x1="51556" y1="8410" x2="51556" y2="8410"/>
                        <a14:foregroundMark x1="71000" y1="54113" x2="72333" y2="60146"/>
                        <a14:foregroundMark x1="72333" y1="39671" x2="72333" y2="39671"/>
                        <a14:foregroundMark x1="71444" y1="38208" x2="72556" y2="41865"/>
                        <a14:foregroundMark x1="72444" y1="38757" x2="72444" y2="38757"/>
                        <a14:foregroundMark x1="72222" y1="36929" x2="72778" y2="39671"/>
                        <a14:foregroundMark x1="72778" y1="38757" x2="72778" y2="38757"/>
                        <a14:foregroundMark x1="73111" y1="38208" x2="73111" y2="38208"/>
                        <a14:foregroundMark x1="52111" y1="89580" x2="52111" y2="89580"/>
                        <a14:foregroundMark x1="72222" y1="69470" x2="72222" y2="69470"/>
                        <a14:foregroundMark x1="72333" y1="69287" x2="71889" y2="69287"/>
                        <a14:foregroundMark x1="72444" y1="69287" x2="71889" y2="70932"/>
                        <a14:foregroundMark x1="72667" y1="67459" x2="72667" y2="68556"/>
                        <a14:foregroundMark x1="72667" y1="69287" x2="72667" y2="69287"/>
                        <a14:foregroundMark x1="72889" y1="69470" x2="72889" y2="69470"/>
                        <a14:foregroundMark x1="72556" y1="70567" x2="72556" y2="70567"/>
                        <a14:foregroundMark x1="72222" y1="37477" x2="72222" y2="37477"/>
                        <a14:foregroundMark x1="63778" y1="44241" x2="67667" y2="54296"/>
                        <a14:foregroundMark x1="73556" y1="40402" x2="73556" y2="40402"/>
                        <a14:foregroundMark x1="73222" y1="38574" x2="73222" y2="385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744" y="110357"/>
            <a:ext cx="1515539" cy="92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561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hóm 3">
            <a:extLst>
              <a:ext uri="{FF2B5EF4-FFF2-40B4-BE49-F238E27FC236}">
                <a16:creationId xmlns:a16="http://schemas.microsoft.com/office/drawing/2014/main" id="{D2DA3957-5488-4EF1-B6C2-40652BC6074D}"/>
              </a:ext>
            </a:extLst>
          </p:cNvPr>
          <p:cNvGrpSpPr/>
          <p:nvPr/>
        </p:nvGrpSpPr>
        <p:grpSpPr>
          <a:xfrm>
            <a:off x="3278940" y="1150612"/>
            <a:ext cx="5605367" cy="1250195"/>
            <a:chOff x="3259233" y="925494"/>
            <a:chExt cx="5605367" cy="1250195"/>
          </a:xfrm>
        </p:grpSpPr>
        <p:sp>
          <p:nvSpPr>
            <p:cNvPr id="5" name="Hộp Văn bản 4">
              <a:extLst>
                <a:ext uri="{FF2B5EF4-FFF2-40B4-BE49-F238E27FC236}">
                  <a16:creationId xmlns:a16="http://schemas.microsoft.com/office/drawing/2014/main" id="{ADB5F303-7D03-41C0-AA51-7C47851B11F9}"/>
                </a:ext>
              </a:extLst>
            </p:cNvPr>
            <p:cNvSpPr txBox="1"/>
            <p:nvPr/>
          </p:nvSpPr>
          <p:spPr>
            <a:xfrm>
              <a:off x="3327400" y="975360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Paytone One" panose="00000500000000000000" pitchFamily="2" charset="-93"/>
                </a:rPr>
                <a:t>Nội Dung 4</a:t>
              </a:r>
              <a:r>
                <a:rPr lang="en-US">
                  <a:ln w="38100">
                    <a:noFill/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 </a:t>
              </a:r>
              <a:endParaRPr lang="vi-VN">
                <a:ln w="38100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" name="Hộp Văn bản 5">
              <a:extLst>
                <a:ext uri="{FF2B5EF4-FFF2-40B4-BE49-F238E27FC236}">
                  <a16:creationId xmlns:a16="http://schemas.microsoft.com/office/drawing/2014/main" id="{6401A35D-C59F-474E-ACAF-CDBDD2003220}"/>
                </a:ext>
              </a:extLst>
            </p:cNvPr>
            <p:cNvSpPr txBox="1"/>
            <p:nvPr/>
          </p:nvSpPr>
          <p:spPr>
            <a:xfrm>
              <a:off x="3259233" y="925494"/>
              <a:ext cx="5537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  <a:latin typeface="Paytone One" panose="00000500000000000000" pitchFamily="2" charset="-93"/>
                </a:rPr>
                <a:t>Nội Dung 4</a:t>
              </a:r>
              <a:r>
                <a:rPr lang="en-US">
                  <a:ln w="38100">
                    <a:solidFill>
                      <a:srgbClr val="4B241D"/>
                    </a:solidFill>
                  </a:ln>
                  <a:solidFill>
                    <a:srgbClr val="F6D94C"/>
                  </a:solidFill>
                </a:rPr>
                <a:t> </a:t>
              </a:r>
              <a:endParaRPr lang="vi-VN">
                <a:ln w="38100">
                  <a:solidFill>
                    <a:srgbClr val="4B241D"/>
                  </a:solidFill>
                </a:ln>
                <a:solidFill>
                  <a:srgbClr val="F6D94C"/>
                </a:solidFill>
              </a:endParaRPr>
            </a:p>
          </p:txBody>
        </p:sp>
      </p:grpSp>
      <p:grpSp>
        <p:nvGrpSpPr>
          <p:cNvPr id="7" name="Nhóm 6">
            <a:extLst>
              <a:ext uri="{FF2B5EF4-FFF2-40B4-BE49-F238E27FC236}">
                <a16:creationId xmlns:a16="http://schemas.microsoft.com/office/drawing/2014/main" id="{E2D01411-1C5A-4C66-B0D8-976899420C18}"/>
              </a:ext>
            </a:extLst>
          </p:cNvPr>
          <p:cNvGrpSpPr/>
          <p:nvPr/>
        </p:nvGrpSpPr>
        <p:grpSpPr>
          <a:xfrm>
            <a:off x="4196456" y="2414264"/>
            <a:ext cx="3778257" cy="682740"/>
            <a:chOff x="3705187" y="2596277"/>
            <a:chExt cx="3778257" cy="682740"/>
          </a:xfrm>
        </p:grpSpPr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A2B399BA-0739-4007-9427-413CA51D0D99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rgbClr val="A52066"/>
                  </a:solidFill>
                  <a:latin typeface="Lobster" panose="00000500000000000000" pitchFamily="2" charset="-93"/>
                </a:rPr>
                <a:t>Chủ đề Nội dung 4</a:t>
              </a:r>
              <a:endParaRPr lang="vi-VN" sz="36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925FB4E5-9CF2-4C6D-839A-4ACF2A2E06D3}"/>
                </a:ext>
              </a:extLst>
            </p:cNvPr>
            <p:cNvSpPr txBox="1"/>
            <p:nvPr/>
          </p:nvSpPr>
          <p:spPr>
            <a:xfrm>
              <a:off x="3705187" y="2596277"/>
              <a:ext cx="37760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>
                  <a:solidFill>
                    <a:schemeClr val="bg1"/>
                  </a:solidFill>
                  <a:latin typeface="Lobster" panose="00000500000000000000" pitchFamily="2" charset="-93"/>
                </a:rPr>
                <a:t>Chủ đề Nội dung 4</a:t>
              </a:r>
              <a:endParaRPr lang="vi-VN" sz="36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633A73BA-5E59-44CF-932B-5B608495F450}"/>
              </a:ext>
            </a:extLst>
          </p:cNvPr>
          <p:cNvSpPr/>
          <p:nvPr/>
        </p:nvSpPr>
        <p:spPr>
          <a:xfrm>
            <a:off x="0" y="4686811"/>
            <a:ext cx="12192000" cy="1704498"/>
          </a:xfrm>
          <a:prstGeom prst="rect">
            <a:avLst/>
          </a:prstGeom>
          <a:solidFill>
            <a:srgbClr val="95D4F3"/>
          </a:solidFill>
          <a:ln>
            <a:noFill/>
          </a:ln>
          <a:effectLst>
            <a:outerShdw blurRad="342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A6CAA855-0E51-4CFB-9829-99F1FE9CE4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130" b="89074" l="32865" r="43698">
                        <a14:foregroundMark x1="33906" y1="79630" x2="33906" y2="79630"/>
                        <a14:foregroundMark x1="37031" y1="73148" x2="37431" y2="73089"/>
                        <a14:foregroundMark x1="43698" y1="83148" x2="43698" y2="83148"/>
                        <a14:foregroundMark x1="38462" y1="88333" x2="38802" y2="88333"/>
                        <a14:foregroundMark x1="37813" y1="88333" x2="38253" y2="88333"/>
                        <a14:backgroundMark x1="35104" y1="74167" x2="34896" y2="74352"/>
                        <a14:backgroundMark x1="34531" y1="75370" x2="34063" y2="76019"/>
                        <a14:backgroundMark x1="33906" y1="77037" x2="33698" y2="78056"/>
                        <a14:backgroundMark x1="33438" y1="78611" x2="33802" y2="76759"/>
                        <a14:backgroundMark x1="34375" y1="75278" x2="35104" y2="73704"/>
                        <a14:backgroundMark x1="34896" y1="74352" x2="35729" y2="73241"/>
                        <a14:backgroundMark x1="35729" y1="73333" x2="37344" y2="72500"/>
                        <a14:backgroundMark x1="37708" y1="72315" x2="39115" y2="72315"/>
                        <a14:backgroundMark x1="39323" y1="72685" x2="40729" y2="73704"/>
                        <a14:backgroundMark x1="41146" y1="74630" x2="41771" y2="75833"/>
                        <a14:backgroundMark x1="40677" y1="74074" x2="41510" y2="75463"/>
                        <a14:backgroundMark x1="41667" y1="76574" x2="42240" y2="77870"/>
                        <a14:backgroundMark x1="41823" y1="76019" x2="42188" y2="77037"/>
                        <a14:backgroundMark x1="41667" y1="75926" x2="42083" y2="77407"/>
                        <a14:backgroundMark x1="42292" y1="78333" x2="42448" y2="79259"/>
                        <a14:backgroundMark x1="42344" y1="79444" x2="42344" y2="79537"/>
                        <a14:backgroundMark x1="33333" y1="80926" x2="33490" y2="83796"/>
                        <a14:backgroundMark x1="33854" y1="84815" x2="34271" y2="85926"/>
                        <a14:backgroundMark x1="33646" y1="83981" x2="34010" y2="85185"/>
                        <a14:backgroundMark x1="35313" y1="87500" x2="36094" y2="88148"/>
                        <a14:backgroundMark x1="36510" y1="88611" x2="37344" y2="88889"/>
                        <a14:backgroundMark x1="38438" y1="89167" x2="39479" y2="89167"/>
                        <a14:backgroundMark x1="40625" y1="87963" x2="40990" y2="87315"/>
                        <a14:backgroundMark x1="41406" y1="86481" x2="41406" y2="86481"/>
                        <a14:backgroundMark x1="41823" y1="85556" x2="41823" y2="85556"/>
                        <a14:backgroundMark x1="40833" y1="87407" x2="40729" y2="87593"/>
                        <a14:backgroundMark x1="40729" y1="87222" x2="40729" y2="87222"/>
                        <a14:backgroundMark x1="41667" y1="85741" x2="41823" y2="85648"/>
                        <a14:backgroundMark x1="38333" y1="88796" x2="38073" y2="88981"/>
                        <a14:backgroundMark x1="38021" y1="88981" x2="38229" y2="88981"/>
                        <a14:backgroundMark x1="35990" y1="88241" x2="36563" y2="88519"/>
                        <a14:backgroundMark x1="34740" y1="86667" x2="35156" y2="87130"/>
                        <a14:backgroundMark x1="35156" y1="87407" x2="35313" y2="87593"/>
                      </a14:backgroundRemoval>
                    </a14:imgEffect>
                  </a14:imgLayer>
                </a14:imgProps>
              </a:ext>
            </a:extLst>
          </a:blip>
          <a:srcRect l="31586" t="70256" r="55507" b="9506"/>
          <a:stretch/>
        </p:blipFill>
        <p:spPr>
          <a:xfrm>
            <a:off x="3227503" y="4765834"/>
            <a:ext cx="1643315" cy="1449452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88CDCA87-8CB4-4D65-AED5-09A0E6FF9EFC}"/>
              </a:ext>
            </a:extLst>
          </p:cNvPr>
          <p:cNvSpPr txBox="1"/>
          <p:nvPr/>
        </p:nvSpPr>
        <p:spPr>
          <a:xfrm>
            <a:off x="4717414" y="4897372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3478A9"/>
                </a:solidFill>
                <a:latin typeface="Lobster" panose="00000500000000000000" pitchFamily="2" charset="-93"/>
              </a:rPr>
              <a:t>Nội dung 4</a:t>
            </a:r>
            <a:endParaRPr lang="vi-VN" sz="2400">
              <a:solidFill>
                <a:srgbClr val="3478A9"/>
              </a:solidFill>
              <a:latin typeface="Lobster" panose="00000500000000000000" pitchFamily="2" charset="-93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6799F358-AC14-4EE5-9946-FC9ABEFAA3F9}"/>
              </a:ext>
            </a:extLst>
          </p:cNvPr>
          <p:cNvSpPr txBox="1"/>
          <p:nvPr/>
        </p:nvSpPr>
        <p:spPr>
          <a:xfrm>
            <a:off x="4732006" y="4872012"/>
            <a:ext cx="3770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Lobster" panose="00000500000000000000" pitchFamily="2" charset="-93"/>
              </a:rPr>
              <a:t>Nội dung 4</a:t>
            </a:r>
            <a:endParaRPr lang="vi-VN" sz="2400">
              <a:solidFill>
                <a:schemeClr val="bg1"/>
              </a:solidFill>
              <a:latin typeface="Lobster" panose="00000500000000000000" pitchFamily="2" charset="-93"/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DE1F5BC9-3E2F-4A90-9D96-1618CD615F9B}"/>
              </a:ext>
            </a:extLst>
          </p:cNvPr>
          <p:cNvSpPr txBox="1"/>
          <p:nvPr/>
        </p:nvSpPr>
        <p:spPr>
          <a:xfrm>
            <a:off x="4925493" y="5391846"/>
            <a:ext cx="3354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Ghi rõ nội dung bài học</a:t>
            </a:r>
            <a:endParaRPr lang="vi-VN" sz="2000">
              <a:solidFill>
                <a:schemeClr val="bg1"/>
              </a:solidFill>
            </a:endParaRPr>
          </a:p>
        </p:txBody>
      </p:sp>
      <p:grpSp>
        <p:nvGrpSpPr>
          <p:cNvPr id="15" name="Nhóm 14">
            <a:extLst>
              <a:ext uri="{FF2B5EF4-FFF2-40B4-BE49-F238E27FC236}">
                <a16:creationId xmlns:a16="http://schemas.microsoft.com/office/drawing/2014/main" id="{2AF57A6A-1C79-4BE7-81AB-BE8E1F13DD83}"/>
              </a:ext>
            </a:extLst>
          </p:cNvPr>
          <p:cNvGrpSpPr/>
          <p:nvPr/>
        </p:nvGrpSpPr>
        <p:grpSpPr>
          <a:xfrm>
            <a:off x="4207970" y="-2515528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572DD741-5D2F-4F94-A0BE-B3D27D8842C1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BC436613-1097-4A1A-A695-C48AC3F0EC05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38E02DBA-F2BD-443E-9206-D080F6478B57}"/>
              </a:ext>
            </a:extLst>
          </p:cNvPr>
          <p:cNvSpPr/>
          <p:nvPr/>
        </p:nvSpPr>
        <p:spPr>
          <a:xfrm>
            <a:off x="650997" y="105264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AF76E3DE-A600-42F6-92D2-0F9D68EA30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2399310" y="13694321"/>
            <a:ext cx="1785765" cy="1844565"/>
          </a:xfrm>
          <a:prstGeom prst="rect">
            <a:avLst/>
          </a:prstGeom>
        </p:spPr>
      </p:pic>
      <p:pic>
        <p:nvPicPr>
          <p:cNvPr id="21" name="Picture 66">
            <a:extLst>
              <a:ext uri="{FF2B5EF4-FFF2-40B4-BE49-F238E27FC236}">
                <a16:creationId xmlns:a16="http://schemas.microsoft.com/office/drawing/2014/main" id="{51942687-5A6E-4409-888B-9EE27A3D0E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493116" y="10412198"/>
            <a:ext cx="493955" cy="398996"/>
          </a:xfrm>
          <a:prstGeom prst="rect">
            <a:avLst/>
          </a:prstGeom>
        </p:spPr>
      </p:pic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8AB7732C-1534-4CDD-91F5-FF1BD40D6DB0}"/>
              </a:ext>
            </a:extLst>
          </p:cNvPr>
          <p:cNvSpPr/>
          <p:nvPr/>
        </p:nvSpPr>
        <p:spPr>
          <a:xfrm>
            <a:off x="4729065" y="19484959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4" name="Hình ảnh 23" descr="Ảnh có chứa mẫu họa&#10;&#10;Mô tả được tạo tự động">
            <a:extLst>
              <a:ext uri="{FF2B5EF4-FFF2-40B4-BE49-F238E27FC236}">
                <a16:creationId xmlns:a16="http://schemas.microsoft.com/office/drawing/2014/main" id="{A795AA55-1072-43B8-91BF-570B0B28317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6862489" y="22814714"/>
            <a:ext cx="1139153" cy="1592735"/>
          </a:xfrm>
          <a:prstGeom prst="rect">
            <a:avLst/>
          </a:prstGeom>
        </p:spPr>
      </p:pic>
      <p:pic>
        <p:nvPicPr>
          <p:cNvPr id="25" name="Picture 82">
            <a:extLst>
              <a:ext uri="{FF2B5EF4-FFF2-40B4-BE49-F238E27FC236}">
                <a16:creationId xmlns:a16="http://schemas.microsoft.com/office/drawing/2014/main" id="{8F774ECA-C987-49DC-A5C2-B8837DB9B75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4513121" y="19294358"/>
            <a:ext cx="509306" cy="519745"/>
          </a:xfrm>
          <a:prstGeom prst="rect">
            <a:avLst/>
          </a:prstGeom>
        </p:spPr>
      </p:pic>
      <p:sp>
        <p:nvSpPr>
          <p:cNvPr id="27" name="Hình chữ nhật: Góc Tròn 26">
            <a:extLst>
              <a:ext uri="{FF2B5EF4-FFF2-40B4-BE49-F238E27FC236}">
                <a16:creationId xmlns:a16="http://schemas.microsoft.com/office/drawing/2014/main" id="{01F74972-B4C5-4692-8C9C-D3505C5AA77B}"/>
              </a:ext>
            </a:extLst>
          </p:cNvPr>
          <p:cNvSpPr/>
          <p:nvPr/>
        </p:nvSpPr>
        <p:spPr>
          <a:xfrm>
            <a:off x="8550914" y="31996999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89894C54-9321-4AF3-A5C0-80D7A2C1469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0210141" y="35254440"/>
            <a:ext cx="2059477" cy="1737360"/>
          </a:xfrm>
          <a:prstGeom prst="rect">
            <a:avLst/>
          </a:prstGeom>
        </p:spPr>
      </p:pic>
      <p:pic>
        <p:nvPicPr>
          <p:cNvPr id="29" name="Picture 80">
            <a:extLst>
              <a:ext uri="{FF2B5EF4-FFF2-40B4-BE49-F238E27FC236}">
                <a16:creationId xmlns:a16="http://schemas.microsoft.com/office/drawing/2014/main" id="{9BE0CA2A-38DA-42E2-9CB0-D1691B449F0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8395328" y="31925583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942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650997" y="13062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239931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493116" y="1191998"/>
            <a:ext cx="493955" cy="398996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4729065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6862489" y="4636040"/>
            <a:ext cx="1139153" cy="159273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4513121" y="1115684"/>
            <a:ext cx="509306" cy="519745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8550914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0210141" y="4563726"/>
            <a:ext cx="2059477" cy="1737360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8395328" y="1234869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53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650996" y="1306285"/>
            <a:ext cx="10801041" cy="4870580"/>
          </a:xfrm>
          <a:prstGeom prst="roundRect">
            <a:avLst>
              <a:gd name="adj" fmla="val 9693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1035459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415723" y="1078062"/>
            <a:ext cx="863826" cy="697762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14116905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16250329" y="4636040"/>
            <a:ext cx="1139153" cy="159273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13900961" y="1115684"/>
            <a:ext cx="509306" cy="519745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17938754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9597981" y="4563726"/>
            <a:ext cx="2059477" cy="1737360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17783168" y="1234869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7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650997" y="13062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239931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493116" y="1191998"/>
            <a:ext cx="493955" cy="398996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4729065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6862489" y="4636040"/>
            <a:ext cx="1139153" cy="159273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4513121" y="1115684"/>
            <a:ext cx="509306" cy="519745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8550914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0210141" y="4563726"/>
            <a:ext cx="2059477" cy="1737360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8395328" y="1234869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0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-4505203" y="13062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-275689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-4663084" y="1191998"/>
            <a:ext cx="493955" cy="398996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581573" y="1306285"/>
            <a:ext cx="11148919" cy="4870580"/>
          </a:xfrm>
          <a:prstGeom prst="roundRect">
            <a:avLst>
              <a:gd name="adj" fmla="val 9039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10827387" y="4300550"/>
            <a:ext cx="1364239" cy="190744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311371" y="706861"/>
            <a:ext cx="909918" cy="928568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14723114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6382341" y="4563726"/>
            <a:ext cx="2059477" cy="1737360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14567528" y="1234869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79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650997" y="13062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239931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493116" y="1191998"/>
            <a:ext cx="493955" cy="398996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4729065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6862489" y="4636040"/>
            <a:ext cx="1139153" cy="159273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4513121" y="1115684"/>
            <a:ext cx="509306" cy="519745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8550914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10210141" y="4563726"/>
            <a:ext cx="2059477" cy="1737360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8395328" y="1234869"/>
            <a:ext cx="440533" cy="4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41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9700">
              <a:srgbClr val="FEDEEB"/>
            </a:gs>
            <a:gs pos="0">
              <a:srgbClr val="FB89B7"/>
            </a:gs>
            <a:gs pos="100000">
              <a:srgbClr val="FB89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Nhóm 14">
            <a:extLst>
              <a:ext uri="{FF2B5EF4-FFF2-40B4-BE49-F238E27FC236}">
                <a16:creationId xmlns:a16="http://schemas.microsoft.com/office/drawing/2014/main" id="{0645DC1E-C823-471A-BB16-E94E935C7495}"/>
              </a:ext>
            </a:extLst>
          </p:cNvPr>
          <p:cNvGrpSpPr/>
          <p:nvPr/>
        </p:nvGrpSpPr>
        <p:grpSpPr>
          <a:xfrm>
            <a:off x="4207970" y="227672"/>
            <a:ext cx="3777158" cy="803860"/>
            <a:chOff x="3706286" y="2598267"/>
            <a:chExt cx="3777158" cy="803860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365E90A7-68B3-4418-BFAD-20F216AC3234}"/>
                </a:ext>
              </a:extLst>
            </p:cNvPr>
            <p:cNvSpPr txBox="1"/>
            <p:nvPr/>
          </p:nvSpPr>
          <p:spPr>
            <a:xfrm>
              <a:off x="3707385" y="2632686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chemeClr val="bg1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chemeClr val="bg1"/>
                </a:solidFill>
                <a:latin typeface="Lobster" panose="00000500000000000000" pitchFamily="2" charset="-93"/>
              </a:endParaRPr>
            </a:p>
          </p:txBody>
        </p: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1856D412-C812-49D6-AAA3-D4E5A05A9310}"/>
                </a:ext>
              </a:extLst>
            </p:cNvPr>
            <p:cNvSpPr txBox="1"/>
            <p:nvPr/>
          </p:nvSpPr>
          <p:spPr>
            <a:xfrm>
              <a:off x="3706286" y="2598267"/>
              <a:ext cx="377605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>
                  <a:solidFill>
                    <a:srgbClr val="A52066"/>
                  </a:solidFill>
                  <a:latin typeface="Lobster" panose="00000500000000000000" pitchFamily="2" charset="-93"/>
                </a:rPr>
                <a:t>Nội dung 4</a:t>
              </a:r>
              <a:endParaRPr lang="vi-VN" sz="4400">
                <a:solidFill>
                  <a:srgbClr val="A52066"/>
                </a:solidFill>
                <a:latin typeface="Lobster" panose="00000500000000000000" pitchFamily="2" charset="-93"/>
              </a:endParaRPr>
            </a:p>
          </p:txBody>
        </p:sp>
      </p:grp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A6F3EB97-D54D-4F34-9DE2-728D1D916F2F}"/>
              </a:ext>
            </a:extLst>
          </p:cNvPr>
          <p:cNvSpPr/>
          <p:nvPr/>
        </p:nvSpPr>
        <p:spPr>
          <a:xfrm>
            <a:off x="-8696203" y="1306285"/>
            <a:ext cx="2733870" cy="4870580"/>
          </a:xfrm>
          <a:prstGeom prst="roundRect">
            <a:avLst>
              <a:gd name="adj" fmla="val 1094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0A3D1EB1-7720-437E-8843-FA8C1BD15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344" y1="72750" x2="32344" y2="72750"/>
                        <a14:foregroundMark x1="29688" y1="67000" x2="29688" y2="67000"/>
                        <a14:foregroundMark x1="30781" y1="68250" x2="30781" y2="68250"/>
                        <a14:foregroundMark x1="32500" y1="70250" x2="32500" y2="70250"/>
                        <a14:foregroundMark x1="34531" y1="73500" x2="34531" y2="73500"/>
                        <a14:foregroundMark x1="23594" y1="89750" x2="23594" y2="89750"/>
                        <a14:backgroundMark x1="17188" y1="36500" x2="22188" y2="47000"/>
                        <a14:backgroundMark x1="42344" y1="77500" x2="47656" y2="83500"/>
                        <a14:backgroundMark x1="43594" y1="71250" x2="46719" y2="83000"/>
                        <a14:backgroundMark x1="41250" y1="32250" x2="42188" y2="74250"/>
                        <a14:backgroundMark x1="63281" y1="34500" x2="66250" y2="60750"/>
                        <a14:backgroundMark x1="44688" y1="14500" x2="68125" y2="77000"/>
                        <a14:backgroundMark x1="68125" y1="77000" x2="68125" y2="77000"/>
                        <a14:backgroundMark x1="64219" y1="66250" x2="74844" y2="83500"/>
                        <a14:backgroundMark x1="15156" y1="41000" x2="3000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31" t="46035" r="62775" b="5550"/>
          <a:stretch/>
        </p:blipFill>
        <p:spPr>
          <a:xfrm>
            <a:off x="-6947890" y="4474121"/>
            <a:ext cx="1785765" cy="1844565"/>
          </a:xfrm>
          <a:prstGeom prst="rect">
            <a:avLst/>
          </a:prstGeom>
        </p:spPr>
      </p:pic>
      <p:pic>
        <p:nvPicPr>
          <p:cNvPr id="26" name="Picture 66">
            <a:extLst>
              <a:ext uri="{FF2B5EF4-FFF2-40B4-BE49-F238E27FC236}">
                <a16:creationId xmlns:a16="http://schemas.microsoft.com/office/drawing/2014/main" id="{1B807F92-E009-474E-AC97-7DD78B464C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0" b="61944" l="43438" r="48125">
                        <a14:foregroundMark x1="45833" y1="55000" x2="45833" y2="55000"/>
                        <a14:foregroundMark x1="46094" y1="61944" x2="46094" y2="61944"/>
                      </a14:backgroundRemoval>
                    </a14:imgEffect>
                  </a14:imgLayer>
                </a14:imgProps>
              </a:ext>
            </a:extLst>
          </a:blip>
          <a:srcRect l="42887" t="54329" r="51234" b="37228"/>
          <a:stretch/>
        </p:blipFill>
        <p:spPr>
          <a:xfrm>
            <a:off x="-8854084" y="1191998"/>
            <a:ext cx="493955" cy="398996"/>
          </a:xfrm>
          <a:prstGeom prst="rect">
            <a:avLst/>
          </a:prstGeom>
        </p:spPr>
      </p:pic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9F533570-0630-4F74-8D8F-BB131504E520}"/>
              </a:ext>
            </a:extLst>
          </p:cNvPr>
          <p:cNvSpPr/>
          <p:nvPr/>
        </p:nvSpPr>
        <p:spPr>
          <a:xfrm>
            <a:off x="-4618135" y="1306285"/>
            <a:ext cx="2733870" cy="4870580"/>
          </a:xfrm>
          <a:prstGeom prst="roundRect">
            <a:avLst>
              <a:gd name="adj" fmla="val 10604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3" name="Hình ảnh 22" descr="Ảnh có chứa mẫu họa&#10;&#10;Mô tả được tạo tự động">
            <a:extLst>
              <a:ext uri="{FF2B5EF4-FFF2-40B4-BE49-F238E27FC236}">
                <a16:creationId xmlns:a16="http://schemas.microsoft.com/office/drawing/2014/main" id="{68E0D204-A07D-4A35-A82F-29B15525240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556" b="81852" l="1250" r="29271">
                        <a14:foregroundMark x1="4375" y1="22778" x2="5417" y2="23519"/>
                        <a14:foregroundMark x1="1458" y1="26111" x2="1563" y2="28704"/>
                        <a14:foregroundMark x1="17135" y1="63704" x2="19115" y2="63148"/>
                        <a14:foregroundMark x1="19219" y1="77500" x2="20365" y2="78796"/>
                        <a14:foregroundMark x1="15365" y1="80648" x2="15365" y2="80648"/>
                        <a14:foregroundMark x1="15573" y1="81852" x2="15781" y2="81852"/>
                        <a14:foregroundMark x1="27969" y1="39815" x2="28281" y2="45093"/>
                        <a14:foregroundMark x1="29271" y1="52685" x2="29063" y2="55556"/>
                        <a14:foregroundMark x1="11823" y1="65648" x2="12969" y2="6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64" r="69028" b="15151"/>
          <a:stretch/>
        </p:blipFill>
        <p:spPr>
          <a:xfrm rot="756913">
            <a:off x="-2484711" y="4636040"/>
            <a:ext cx="1139153" cy="1592735"/>
          </a:xfrm>
          <a:prstGeom prst="rect">
            <a:avLst/>
          </a:prstGeom>
        </p:spPr>
      </p:pic>
      <p:pic>
        <p:nvPicPr>
          <p:cNvPr id="27" name="Picture 82">
            <a:extLst>
              <a:ext uri="{FF2B5EF4-FFF2-40B4-BE49-F238E27FC236}">
                <a16:creationId xmlns:a16="http://schemas.microsoft.com/office/drawing/2014/main" id="{8C26092E-A388-4D4F-AB30-6E956F156E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89" b="44167" l="43750" r="48021">
                        <a14:foregroundMark x1="43750" y1="40556" x2="43750" y2="40556"/>
                        <a14:foregroundMark x1="46302" y1="44167" x2="46302" y2="44167"/>
                        <a14:foregroundMark x1="48021" y1="41019" x2="48021" y2="41019"/>
                      </a14:backgroundRemoval>
                    </a14:imgEffect>
                  </a14:imgLayer>
                </a14:imgProps>
              </a:ext>
            </a:extLst>
          </a:blip>
          <a:srcRect l="43317" t="35504" r="51535" b="55157"/>
          <a:stretch/>
        </p:blipFill>
        <p:spPr>
          <a:xfrm>
            <a:off x="-4834079" y="1115684"/>
            <a:ext cx="509306" cy="519745"/>
          </a:xfrm>
          <a:prstGeom prst="rect">
            <a:avLst/>
          </a:prstGeom>
        </p:spPr>
      </p:pic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A814F72-D5E8-4684-BDE3-A7C70F1B2609}"/>
              </a:ext>
            </a:extLst>
          </p:cNvPr>
          <p:cNvSpPr/>
          <p:nvPr/>
        </p:nvSpPr>
        <p:spPr>
          <a:xfrm>
            <a:off x="787866" y="1306285"/>
            <a:ext cx="10496918" cy="4870580"/>
          </a:xfrm>
          <a:prstGeom prst="roundRect">
            <a:avLst>
              <a:gd name="adj" fmla="val 7735"/>
            </a:avLst>
          </a:prstGeom>
          <a:solidFill>
            <a:srgbClr val="FEDEEB"/>
          </a:solidFill>
          <a:ln w="28575">
            <a:solidFill>
              <a:srgbClr val="A52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8BB1E261-0692-435C-83C0-B239CB2F401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0463" b="77963" l="61979" r="93542">
                        <a14:foregroundMark x1="62135" y1="55370" x2="62344" y2="57778"/>
                        <a14:foregroundMark x1="78229" y1="75185" x2="80677" y2="75648"/>
                        <a14:foregroundMark x1="83177" y1="77963" x2="83177" y2="77963"/>
                        <a14:foregroundMark x1="93542" y1="59074" x2="93385" y2="62037"/>
                        <a14:foregroundMark x1="61979" y1="52037" x2="61979" y2="52037"/>
                        <a14:foregroundMark x1="78229" y1="50833" x2="79688" y2="5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92" t="24865" r="3210" b="19048"/>
          <a:stretch/>
        </p:blipFill>
        <p:spPr>
          <a:xfrm rot="21285404">
            <a:off x="9937294" y="4375243"/>
            <a:ext cx="2378306" cy="2006322"/>
          </a:xfrm>
          <a:prstGeom prst="rect">
            <a:avLst/>
          </a:prstGeom>
        </p:spPr>
      </p:pic>
      <p:pic>
        <p:nvPicPr>
          <p:cNvPr id="28" name="Picture 80">
            <a:extLst>
              <a:ext uri="{FF2B5EF4-FFF2-40B4-BE49-F238E27FC236}">
                <a16:creationId xmlns:a16="http://schemas.microsoft.com/office/drawing/2014/main" id="{22020C83-A2D9-43FE-83E1-8560E70E0A1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2014" b="97952" l="26551" r="45658">
                        <a14:foregroundMark x1="28288" y1="94881" x2="28288" y2="94881"/>
                        <a14:foregroundMark x1="35236" y1="96928" x2="36228" y2="96928"/>
                        <a14:foregroundMark x1="44417" y1="73038" x2="44417" y2="73038"/>
                        <a14:foregroundMark x1="38462" y1="72014" x2="38462" y2="72014"/>
                        <a14:foregroundMark x1="27792" y1="87713" x2="27792" y2="87372"/>
                        <a14:foregroundMark x1="44913" y1="85666" x2="44913" y2="85666"/>
                        <a14:foregroundMark x1="38462" y1="97952" x2="38462" y2="97952"/>
                        <a14:foregroundMark x1="45409" y1="75085" x2="45409" y2="75085"/>
                        <a14:foregroundMark x1="44169" y1="85324" x2="44169" y2="85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72" t="69681" r="51873" b="485"/>
          <a:stretch/>
        </p:blipFill>
        <p:spPr>
          <a:xfrm>
            <a:off x="567599" y="1085825"/>
            <a:ext cx="765901" cy="69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4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4C00"/>
            </a:gs>
            <a:gs pos="52000">
              <a:srgbClr val="FF9501"/>
            </a:gs>
            <a:gs pos="100000">
              <a:srgbClr val="FF4C0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76BBC7B-7274-40C7-8265-00F3933567B9}"/>
              </a:ext>
            </a:extLst>
          </p:cNvPr>
          <p:cNvGrpSpPr/>
          <p:nvPr/>
        </p:nvGrpSpPr>
        <p:grpSpPr>
          <a:xfrm>
            <a:off x="1358237" y="1938840"/>
            <a:ext cx="9475526" cy="2350900"/>
            <a:chOff x="2008784" y="2174286"/>
            <a:chExt cx="9475526" cy="2350900"/>
          </a:xfrm>
          <a:noFill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668A1A-FAE9-43C5-891C-DD6B3E20C8D1}"/>
                </a:ext>
              </a:extLst>
            </p:cNvPr>
            <p:cNvSpPr txBox="1"/>
            <p:nvPr/>
          </p:nvSpPr>
          <p:spPr>
            <a:xfrm>
              <a:off x="2008784" y="2174286"/>
              <a:ext cx="9475526" cy="144655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>
                  <a:gradFill>
                    <a:gsLst>
                      <a:gs pos="19000">
                        <a:srgbClr val="FEC000"/>
                      </a:gs>
                      <a:gs pos="52000">
                        <a:srgbClr val="FFED52"/>
                      </a:gs>
                      <a:gs pos="81000">
                        <a:srgbClr val="FEC000"/>
                      </a:gs>
                    </a:gsLst>
                    <a:lin ang="16200000" scaled="1"/>
                  </a:gra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Gready PERSONAL USE ONLY" pitchFamily="50" charset="-93"/>
                  <a:ea typeface="Gready PERSONAL USE ONLY" pitchFamily="50" charset="-93"/>
                </a:rPr>
                <a:t>Thanks For</a:t>
              </a:r>
              <a:endParaRPr lang="vi-VN" sz="8800" dirty="0">
                <a:gradFill>
                  <a:gsLst>
                    <a:gs pos="19000">
                      <a:srgbClr val="FEC000"/>
                    </a:gs>
                    <a:gs pos="52000">
                      <a:srgbClr val="FFED52"/>
                    </a:gs>
                    <a:gs pos="81000">
                      <a:srgbClr val="FEC000"/>
                    </a:gs>
                  </a:gsLst>
                  <a:lin ang="16200000" scaled="1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Gready PERSONAL USE ONLY" pitchFamily="50" charset="-93"/>
                <a:ea typeface="Gready PERSONAL USE ONLY" pitchFamily="50" charset="-93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A8FC10-8E52-4722-BFE0-B9DEC652D3B1}"/>
                </a:ext>
              </a:extLst>
            </p:cNvPr>
            <p:cNvSpPr txBox="1"/>
            <p:nvPr/>
          </p:nvSpPr>
          <p:spPr>
            <a:xfrm>
              <a:off x="5021376" y="3201747"/>
              <a:ext cx="5360894" cy="132343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>
                  <a:gradFill>
                    <a:gsLst>
                      <a:gs pos="19000">
                        <a:srgbClr val="FEC000"/>
                      </a:gs>
                      <a:gs pos="52000">
                        <a:srgbClr val="FFED52"/>
                      </a:gs>
                      <a:gs pos="81000">
                        <a:srgbClr val="FEC000"/>
                      </a:gs>
                    </a:gsLst>
                    <a:lin ang="16200000" scaled="1"/>
                  </a:gra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Gready PERSONAL USE ONLY" pitchFamily="50" charset="-93"/>
                  <a:ea typeface="Gready PERSONAL USE ONLY" pitchFamily="50" charset="-93"/>
                </a:rPr>
                <a:t>Watching!</a:t>
              </a:r>
              <a:endParaRPr lang="vi-VN" sz="8000" dirty="0">
                <a:gradFill>
                  <a:gsLst>
                    <a:gs pos="19000">
                      <a:srgbClr val="FEC000"/>
                    </a:gs>
                    <a:gs pos="52000">
                      <a:srgbClr val="FFED52"/>
                    </a:gs>
                    <a:gs pos="81000">
                      <a:srgbClr val="FEC000"/>
                    </a:gs>
                  </a:gsLst>
                  <a:lin ang="16200000" scaled="1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Gready PERSONAL USE ONLY" pitchFamily="50" charset="-93"/>
                <a:ea typeface="Gready PERSONAL USE ONLY" pitchFamily="50" charset="-93"/>
              </a:endParaRPr>
            </a:p>
          </p:txBody>
        </p:sp>
      </p:grpSp>
      <p:sp>
        <p:nvSpPr>
          <p:cNvPr id="72" name="TextBox 6">
            <a:extLst>
              <a:ext uri="{FF2B5EF4-FFF2-40B4-BE49-F238E27FC236}">
                <a16:creationId xmlns:a16="http://schemas.microsoft.com/office/drawing/2014/main" id="{6CB2A073-543B-4AAA-88E7-B25EB4CB0BD8}"/>
              </a:ext>
            </a:extLst>
          </p:cNvPr>
          <p:cNvSpPr txBox="1"/>
          <p:nvPr/>
        </p:nvSpPr>
        <p:spPr>
          <a:xfrm>
            <a:off x="3415553" y="4089685"/>
            <a:ext cx="536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gradFill>
                  <a:gsLst>
                    <a:gs pos="19000">
                      <a:srgbClr val="FEC000"/>
                    </a:gs>
                    <a:gs pos="52000">
                      <a:srgbClr val="FFED52"/>
                    </a:gs>
                    <a:gs pos="81000">
                      <a:srgbClr val="FEC000"/>
                    </a:gs>
                  </a:gsLst>
                  <a:lin ang="16200000" scaled="1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Lobster" panose="00000500000000000000" pitchFamily="2" charset="-93"/>
                <a:ea typeface="Gready PERSONAL USE ONLY" pitchFamily="50" charset="-93"/>
              </a:rPr>
              <a:t>Tên Nhóm!</a:t>
            </a:r>
            <a:endParaRPr lang="vi-VN" sz="3600" dirty="0">
              <a:gradFill>
                <a:gsLst>
                  <a:gs pos="19000">
                    <a:srgbClr val="FEC000"/>
                  </a:gs>
                  <a:gs pos="52000">
                    <a:srgbClr val="FFED52"/>
                  </a:gs>
                  <a:gs pos="81000">
                    <a:srgbClr val="FEC000"/>
                  </a:gs>
                </a:gsLst>
                <a:lin ang="16200000" scaled="1"/>
              </a:gra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Lobster" panose="00000500000000000000" pitchFamily="2" charset="-93"/>
              <a:ea typeface="Gready PERSONAL USE ONLY" pitchFamily="50" charset="-93"/>
            </a:endParaRPr>
          </a:p>
        </p:txBody>
      </p:sp>
    </p:spTree>
    <p:extLst>
      <p:ext uri="{BB962C8B-B14F-4D97-AF65-F5344CB8AC3E}">
        <p14:creationId xmlns:p14="http://schemas.microsoft.com/office/powerpoint/2010/main" val="3072910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9CFEBA338DEB434BA422FAEF126B94DC" ma:contentTypeVersion="2" ma:contentTypeDescription="Tạo tài liệu mới." ma:contentTypeScope="" ma:versionID="2afdeb36ea66720e467688454f349427">
  <xsd:schema xmlns:xsd="http://www.w3.org/2001/XMLSchema" xmlns:xs="http://www.w3.org/2001/XMLSchema" xmlns:p="http://schemas.microsoft.com/office/2006/metadata/properties" xmlns:ns3="b221849c-0837-4032-b334-05a855e97455" targetNamespace="http://schemas.microsoft.com/office/2006/metadata/properties" ma:root="true" ma:fieldsID="776e2069f66aed6f0832b2f319bf8998" ns3:_="">
    <xsd:import namespace="b221849c-0837-4032-b334-05a855e9745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1849c-0837-4032-b334-05a855e974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43B914-A6FC-4310-A5E7-CBCD64A59E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21849c-0837-4032-b334-05a855e974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BD53E1-F021-44D0-B3A6-2736E8B19F7B}">
  <ds:schemaRefs>
    <ds:schemaRef ds:uri="b221849c-0837-4032-b334-05a855e97455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6F586F68-72E9-49E9-94A5-EC8A5B9731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375</Words>
  <Application>Microsoft Office PowerPoint</Application>
  <PresentationFormat>Màn hình rộng</PresentationFormat>
  <Paragraphs>140</Paragraphs>
  <Slides>19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Gready PERSONAL USE ONLY</vt:lpstr>
      <vt:lpstr>Lobster</vt:lpstr>
      <vt:lpstr>Paytone One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Công Nguyễn Thành</dc:creator>
  <cp:lastModifiedBy>Công Nguyễn Thành</cp:lastModifiedBy>
  <cp:revision>2</cp:revision>
  <dcterms:created xsi:type="dcterms:W3CDTF">2021-11-08T02:17:48Z</dcterms:created>
  <dcterms:modified xsi:type="dcterms:W3CDTF">2021-11-11T11:33:30Z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0x0101009CFEBA338DEB434BA422FAEF126B94DC</vt:lpwstr>
  </property>
</Properties>
</file>