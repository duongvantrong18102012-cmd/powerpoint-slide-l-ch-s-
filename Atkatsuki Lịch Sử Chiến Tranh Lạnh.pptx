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3.jfif" ContentType="image/jpeg"/>
  <Override PartName="/ppt/media/image16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0" r:id="rId4"/>
    <p:sldId id="267" r:id="rId5"/>
    <p:sldId id="268" r:id="rId6"/>
    <p:sldId id="269" r:id="rId7"/>
    <p:sldId id="266" r:id="rId8"/>
    <p:sldId id="258" r:id="rId9"/>
    <p:sldId id="259" r:id="rId10"/>
    <p:sldId id="260" r:id="rId11"/>
    <p:sldId id="261" r:id="rId12"/>
    <p:sldId id="265" r:id="rId13"/>
    <p:sldId id="262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3" r:id="rId23"/>
  </p:sldIdLst>
  <p:sldSz cx="18288000" cy="10287000"/>
  <p:notesSz cx="6858000" cy="9144000"/>
  <p:embeddedFontLst>
    <p:embeddedFont>
      <p:font typeface="Fira Sans Extra Condensed Medium" panose="020B0604020202020204" charset="0"/>
      <p:regular r:id="rId25"/>
      <p:bold r:id="rId26"/>
      <p:italic r:id="rId27"/>
      <p:boldItalic r:id="rId28"/>
    </p:embeddedFont>
    <p:embeddedFont>
      <p:font typeface="League Spartan" panose="020B0604020202020204" charset="0"/>
      <p:regular r:id="rId29"/>
    </p:embeddedFont>
    <p:embeddedFont>
      <p:font typeface="Muli Black" panose="020B0604020202020204" charset="-9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0816"/>
    <a:srgbClr val="FF4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327" autoAdjust="0"/>
  </p:normalViewPr>
  <p:slideViewPr>
    <p:cSldViewPr>
      <p:cViewPr varScale="1">
        <p:scale>
          <a:sx n="39" d="100"/>
          <a:sy n="39" d="100"/>
        </p:scale>
        <p:origin x="940" y="3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ọng Dương Văn" userId="2eaa657306de58e3" providerId="LiveId" clId="{B3A95BFA-35B7-4228-8255-B78060D49954}"/>
    <pc:docChg chg="undo redo custSel modSld">
      <pc:chgData name="Trọng Dương Văn" userId="2eaa657306de58e3" providerId="LiveId" clId="{B3A95BFA-35B7-4228-8255-B78060D49954}" dt="2026-09-24T12:05:19.631" v="402" actId="20577"/>
      <pc:docMkLst>
        <pc:docMk/>
      </pc:docMkLst>
      <pc:sldChg chg="delSp modSp mod">
        <pc:chgData name="Trọng Dương Văn" userId="2eaa657306de58e3" providerId="LiveId" clId="{B3A95BFA-35B7-4228-8255-B78060D49954}" dt="2026-09-24T12:01:17.577" v="159" actId="20577"/>
        <pc:sldMkLst>
          <pc:docMk/>
          <pc:sldMk cId="0" sldId="256"/>
        </pc:sldMkLst>
        <pc:spChg chg="mod">
          <ac:chgData name="Trọng Dương Văn" userId="2eaa657306de58e3" providerId="LiveId" clId="{B3A95BFA-35B7-4228-8255-B78060D49954}" dt="2026-09-24T12:00:12.207" v="3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rọng Dương Văn" userId="2eaa657306de58e3" providerId="LiveId" clId="{B3A95BFA-35B7-4228-8255-B78060D49954}" dt="2026-09-24T12:01:17.577" v="15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Trọng Dương Văn" userId="2eaa657306de58e3" providerId="LiveId" clId="{B3A95BFA-35B7-4228-8255-B78060D49954}" dt="2026-09-24T12:01:07.865" v="139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rọng Dương Văn" userId="2eaa657306de58e3" providerId="LiveId" clId="{B3A95BFA-35B7-4228-8255-B78060D49954}" dt="2026-09-24T12:00:58.967" v="102" actId="478"/>
          <ac:spMkLst>
            <pc:docMk/>
            <pc:sldMk cId="0" sldId="256"/>
            <ac:spMk id="28" creationId="{7AE4539F-9871-43AC-9B60-0DF75B3B1856}"/>
          </ac:spMkLst>
        </pc:spChg>
        <pc:spChg chg="mod">
          <ac:chgData name="Trọng Dương Văn" userId="2eaa657306de58e3" providerId="LiveId" clId="{B3A95BFA-35B7-4228-8255-B78060D49954}" dt="2026-09-24T12:00:46.817" v="73" actId="20577"/>
          <ac:spMkLst>
            <pc:docMk/>
            <pc:sldMk cId="0" sldId="256"/>
            <ac:spMk id="29" creationId="{2FE38901-A6D0-4B1D-A355-5B4A1C00E52A}"/>
          </ac:spMkLst>
        </pc:spChg>
      </pc:sldChg>
      <pc:sldChg chg="modSp mod">
        <pc:chgData name="Trọng Dương Văn" userId="2eaa657306de58e3" providerId="LiveId" clId="{B3A95BFA-35B7-4228-8255-B78060D49954}" dt="2026-09-24T12:03:05.586" v="254" actId="20577"/>
        <pc:sldMkLst>
          <pc:docMk/>
          <pc:sldMk cId="0" sldId="257"/>
        </pc:sldMkLst>
        <pc:spChg chg="mod">
          <ac:chgData name="Trọng Dương Văn" userId="2eaa657306de58e3" providerId="LiveId" clId="{B3A95BFA-35B7-4228-8255-B78060D49954}" dt="2026-09-24T12:01:29.613" v="179" actId="20577"/>
          <ac:spMkLst>
            <pc:docMk/>
            <pc:sldMk cId="0" sldId="257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3:05.586" v="254" actId="20577"/>
          <ac:spMkLst>
            <pc:docMk/>
            <pc:sldMk cId="0" sldId="257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4:19.536" v="338" actId="20577"/>
        <pc:sldMkLst>
          <pc:docMk/>
          <pc:sldMk cId="1307837926" sldId="267"/>
        </pc:sldMkLst>
        <pc:spChg chg="mod">
          <ac:chgData name="Trọng Dương Văn" userId="2eaa657306de58e3" providerId="LiveId" clId="{B3A95BFA-35B7-4228-8255-B78060D49954}" dt="2026-09-24T12:04:04.196" v="337" actId="14100"/>
          <ac:spMkLst>
            <pc:docMk/>
            <pc:sldMk cId="1307837926" sldId="267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19.536" v="338" actId="20577"/>
          <ac:spMkLst>
            <pc:docMk/>
            <pc:sldMk cId="1307837926" sldId="267"/>
            <ac:spMk id="21" creationId="{59E674B4-04D1-48D8-8C43-505CC9EE9D3D}"/>
          </ac:spMkLst>
        </pc:spChg>
        <pc:grpChg chg="mod">
          <ac:chgData name="Trọng Dương Văn" userId="2eaa657306de58e3" providerId="LiveId" clId="{B3A95BFA-35B7-4228-8255-B78060D49954}" dt="2026-09-24T12:03:57.556" v="334" actId="1076"/>
          <ac:grpSpMkLst>
            <pc:docMk/>
            <pc:sldMk cId="1307837926" sldId="267"/>
            <ac:grpSpMk id="22" creationId="{17337835-15F2-4A15-B033-7AFD53556034}"/>
          </ac:grpSpMkLst>
        </pc:grpChg>
      </pc:sldChg>
      <pc:sldChg chg="modSp mod">
        <pc:chgData name="Trọng Dương Văn" userId="2eaa657306de58e3" providerId="LiveId" clId="{B3A95BFA-35B7-4228-8255-B78060D49954}" dt="2026-09-24T12:04:56.238" v="363" actId="20577"/>
        <pc:sldMkLst>
          <pc:docMk/>
          <pc:sldMk cId="2029153602" sldId="268"/>
        </pc:sldMkLst>
        <pc:spChg chg="mod">
          <ac:chgData name="Trọng Dương Văn" userId="2eaa657306de58e3" providerId="LiveId" clId="{B3A95BFA-35B7-4228-8255-B78060D49954}" dt="2026-09-24T12:04:49.074" v="362" actId="20577"/>
          <ac:spMkLst>
            <pc:docMk/>
            <pc:sldMk cId="2029153602" sldId="268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56.238" v="363" actId="20577"/>
          <ac:spMkLst>
            <pc:docMk/>
            <pc:sldMk cId="2029153602" sldId="268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5:19.631" v="402" actId="20577"/>
        <pc:sldMkLst>
          <pc:docMk/>
          <pc:sldMk cId="1074066889" sldId="269"/>
        </pc:sldMkLst>
        <pc:spChg chg="mod">
          <ac:chgData name="Trọng Dương Văn" userId="2eaa657306de58e3" providerId="LiveId" clId="{B3A95BFA-35B7-4228-8255-B78060D49954}" dt="2026-09-24T12:05:17.182" v="401" actId="20577"/>
          <ac:spMkLst>
            <pc:docMk/>
            <pc:sldMk cId="1074066889" sldId="269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5:19.631" v="402" actId="20577"/>
          <ac:spMkLst>
            <pc:docMk/>
            <pc:sldMk cId="1074066889" sldId="269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4:24.439" v="339" actId="20577"/>
        <pc:sldMkLst>
          <pc:docMk/>
          <pc:sldMk cId="2302367840" sldId="270"/>
        </pc:sldMkLst>
        <pc:spChg chg="mod">
          <ac:chgData name="Trọng Dương Văn" userId="2eaa657306de58e3" providerId="LiveId" clId="{B3A95BFA-35B7-4228-8255-B78060D49954}" dt="2026-09-24T12:03:25.132" v="274" actId="14100"/>
          <ac:spMkLst>
            <pc:docMk/>
            <pc:sldMk cId="2302367840" sldId="270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24.439" v="339" actId="20577"/>
          <ac:spMkLst>
            <pc:docMk/>
            <pc:sldMk cId="2302367840" sldId="270"/>
            <ac:spMk id="21" creationId="{59E674B4-04D1-48D8-8C43-505CC9EE9D3D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65B0E-36F7-49B2-A502-FC6BE2043908}" type="datetimeFigureOut">
              <a:rPr lang="vi-VN" smtClean="0"/>
              <a:t>24/09/2026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95BED-677C-432A-B27D-074334B851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586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0199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459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832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4632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92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463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209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24564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png"/><Relationship Id="rId8" Type="http://schemas.microsoft.com/office/2007/relationships/hdphoto" Target="../media/hdphoto2.wdp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microsoft.com/office/2007/relationships/hdphoto" Target="../media/hdphoto2.wdp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hdphoto" Target="../media/hdphoto2.wdp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f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7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1.jpg"/><Relationship Id="rId13" Type="http://schemas.openxmlformats.org/officeDocument/2006/relationships/image" Target="../media/image22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microsoft.com/office/2007/relationships/hdphoto" Target="../media/hdphoto3.wdp"/><Relationship Id="rId5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Relationship Id="rId4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jp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Hình ảnh 26" descr="Ảnh có chứa văn bản, tối, được thắp sáng, đêm&#10;&#10;Mô tả được tạo tự động">
            <a:extLst>
              <a:ext uri="{FF2B5EF4-FFF2-40B4-BE49-F238E27FC236}">
                <a16:creationId xmlns:a16="http://schemas.microsoft.com/office/drawing/2014/main" id="{345BE383-C2C6-4091-8836-F58D11871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54258" cy="10287000"/>
          </a:xfrm>
          <a:prstGeom prst="rect">
            <a:avLst/>
          </a:prstGeom>
        </p:spPr>
      </p:pic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37782" y="2508883"/>
            <a:ext cx="5384724" cy="538472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D5081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024543" y="4762500"/>
            <a:ext cx="14238914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vi-VN" sz="9000" dirty="0">
                <a:solidFill>
                  <a:srgbClr val="FFFFFF"/>
                </a:solidFill>
                <a:latin typeface="League Spartan"/>
              </a:rPr>
              <a:t>Atkatsuki Team</a:t>
            </a:r>
            <a:endParaRPr lang="en-US" sz="9000" dirty="0">
              <a:solidFill>
                <a:srgbClr val="FFFFFF"/>
              </a:solidFill>
              <a:latin typeface="League Spart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835365" y="8769044"/>
            <a:ext cx="14617271" cy="1517956"/>
            <a:chOff x="0" y="0"/>
            <a:chExt cx="19489694" cy="2023941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19489694" cy="2023941"/>
            </a:xfrm>
            <a:prstGeom prst="rect">
              <a:avLst/>
            </a:prstGeom>
            <a:noFill/>
          </p:spPr>
        </p:sp>
        <p:sp>
          <p:nvSpPr>
            <p:cNvPr id="7" name="TextBox 7"/>
            <p:cNvSpPr txBox="1"/>
            <p:nvPr/>
          </p:nvSpPr>
          <p:spPr>
            <a:xfrm>
              <a:off x="3561231" y="544540"/>
              <a:ext cx="12330284" cy="467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sz="2249" dirty="0" err="1">
                  <a:solidFill>
                    <a:srgbClr val="FFFFFF"/>
                  </a:solidFill>
                  <a:latin typeface="Muli Black"/>
                </a:rPr>
                <a:t>Giáo</a:t>
              </a:r>
              <a:r>
                <a:rPr lang="en-US" sz="2249" dirty="0">
                  <a:solidFill>
                    <a:srgbClr val="FFFFFF"/>
                  </a:solidFill>
                  <a:latin typeface="Muli Black"/>
                </a:rPr>
                <a:t> Viên</a:t>
              </a:r>
              <a:r>
                <a:rPr lang="vi-VN" sz="2249" dirty="0">
                  <a:solidFill>
                    <a:srgbClr val="FFFFFF"/>
                  </a:solidFill>
                  <a:latin typeface="Muli Black"/>
                </a:rPr>
                <a:t> Lịch Sử</a:t>
              </a:r>
              <a:endParaRPr lang="en-US" sz="2249" dirty="0">
                <a:solidFill>
                  <a:srgbClr val="FFFFFF"/>
                </a:solidFill>
                <a:latin typeface="Muli Blac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35365" y="366195"/>
            <a:ext cx="14617271" cy="1686231"/>
            <a:chOff x="0" y="0"/>
            <a:chExt cx="19489694" cy="2248308"/>
          </a:xfrm>
          <a:noFill/>
        </p:grpSpPr>
        <p:sp>
          <p:nvSpPr>
            <p:cNvPr id="12" name="AutoShape 12"/>
            <p:cNvSpPr/>
            <p:nvPr/>
          </p:nvSpPr>
          <p:spPr>
            <a:xfrm>
              <a:off x="0" y="0"/>
              <a:ext cx="19489694" cy="2248308"/>
            </a:xfrm>
            <a:prstGeom prst="rect">
              <a:avLst/>
            </a:prstGeom>
            <a:grpFill/>
          </p:spPr>
        </p:sp>
        <p:sp>
          <p:nvSpPr>
            <p:cNvPr id="13" name="TextBox 13"/>
            <p:cNvSpPr txBox="1"/>
            <p:nvPr/>
          </p:nvSpPr>
          <p:spPr>
            <a:xfrm>
              <a:off x="3579704" y="378561"/>
              <a:ext cx="12330284" cy="682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7"/>
                </a:lnSpc>
              </a:pPr>
              <a:r>
                <a:rPr lang="vi-VN" sz="3349" dirty="0">
                  <a:solidFill>
                    <a:srgbClr val="FFFFFF"/>
                  </a:solidFill>
                  <a:latin typeface="Muli Black"/>
                </a:rPr>
                <a:t>TRUNG HỌC CƠ SỞ PHÚ ĐA</a:t>
              </a:r>
              <a:endParaRPr lang="en-US" sz="3349" dirty="0">
                <a:solidFill>
                  <a:srgbClr val="FFFFFF"/>
                </a:solidFill>
                <a:latin typeface="Muli Black"/>
              </a:endParaRPr>
            </a:p>
          </p:txBody>
        </p:sp>
      </p:grp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C83E4491-78CD-4693-92D1-9B4AEB7BC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89066"/>
            <a:ext cx="2691382" cy="2080065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F09687DB-1F5E-4C5C-A959-CC9144CD7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367" y="1238199"/>
            <a:ext cx="2691382" cy="2080065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A6E92627-6F66-4F43-A910-67F87F98F8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503480"/>
            <a:ext cx="3359598" cy="2596503"/>
          </a:xfrm>
          <a:prstGeom prst="rect">
            <a:avLst/>
          </a:prstGeom>
        </p:spPr>
      </p:pic>
      <p:pic>
        <p:nvPicPr>
          <p:cNvPr id="24" name="Hình ảnh 23">
            <a:extLst>
              <a:ext uri="{FF2B5EF4-FFF2-40B4-BE49-F238E27FC236}">
                <a16:creationId xmlns:a16="http://schemas.microsoft.com/office/drawing/2014/main" id="{A50BA263-8261-4E4A-A0A6-EDF492DE80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2356" y="7085937"/>
            <a:ext cx="3359598" cy="2596503"/>
          </a:xfrm>
          <a:prstGeom prst="rect">
            <a:avLst/>
          </a:prstGeom>
        </p:spPr>
      </p:pic>
      <p:sp>
        <p:nvSpPr>
          <p:cNvPr id="25" name="Hình chữ nhật: Góc Tròn 24">
            <a:extLst>
              <a:ext uri="{FF2B5EF4-FFF2-40B4-BE49-F238E27FC236}">
                <a16:creationId xmlns:a16="http://schemas.microsoft.com/office/drawing/2014/main" id="{86DB5DB5-0266-4508-A5C2-0B7BA3AD1256}"/>
              </a:ext>
            </a:extLst>
          </p:cNvPr>
          <p:cNvSpPr/>
          <p:nvPr/>
        </p:nvSpPr>
        <p:spPr>
          <a:xfrm>
            <a:off x="7820025" y="1387839"/>
            <a:ext cx="2647950" cy="1144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FE38901-A6D0-4B1D-A355-5B4A1C00E52A}"/>
              </a:ext>
            </a:extLst>
          </p:cNvPr>
          <p:cNvSpPr txBox="1"/>
          <p:nvPr/>
        </p:nvSpPr>
        <p:spPr>
          <a:xfrm>
            <a:off x="4508850" y="4057721"/>
            <a:ext cx="924771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vi-VN" sz="2249" dirty="0">
                <a:solidFill>
                  <a:srgbClr val="FFFFFF"/>
                </a:solidFill>
                <a:latin typeface="Muli Black"/>
              </a:rPr>
              <a:t>Lịch sử</a:t>
            </a:r>
            <a:endParaRPr lang="en-US" sz="2249" dirty="0">
              <a:solidFill>
                <a:srgbClr val="FFFFFF"/>
              </a:solidFill>
              <a:latin typeface="Muli Black"/>
            </a:endParaRPr>
          </a:p>
        </p:txBody>
      </p:sp>
      <p:pic>
        <p:nvPicPr>
          <p:cNvPr id="30" name="Hình ảnh 29" descr="Ảnh có chứa văn bản&#10;&#10;Mô tả được tạo tự động">
            <a:extLst>
              <a:ext uri="{FF2B5EF4-FFF2-40B4-BE49-F238E27FC236}">
                <a16:creationId xmlns:a16="http://schemas.microsoft.com/office/drawing/2014/main" id="{0A58C341-C64C-4E5B-B3E4-65E632A787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1034" y="1161768"/>
            <a:ext cx="2649876" cy="5596285"/>
          </a:xfrm>
          <a:prstGeom prst="rect">
            <a:avLst/>
          </a:prstGeom>
        </p:spPr>
      </p:pic>
      <p:pic>
        <p:nvPicPr>
          <p:cNvPr id="31" name="Hình ảnh 30" descr="Ảnh có chứa văn bản&#10;&#10;Mô tả được tạo tự động">
            <a:extLst>
              <a:ext uri="{FF2B5EF4-FFF2-40B4-BE49-F238E27FC236}">
                <a16:creationId xmlns:a16="http://schemas.microsoft.com/office/drawing/2014/main" id="{D4DC320A-F4AD-4EF2-A086-2D4EB882E9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2672" y="747556"/>
            <a:ext cx="2352549" cy="5816955"/>
          </a:xfrm>
          <a:prstGeom prst="rect">
            <a:avLst/>
          </a:prstGeom>
        </p:spPr>
      </p:pic>
      <p:pic>
        <p:nvPicPr>
          <p:cNvPr id="32" name="Hình ảnh 31">
            <a:extLst>
              <a:ext uri="{FF2B5EF4-FFF2-40B4-BE49-F238E27FC236}">
                <a16:creationId xmlns:a16="http://schemas.microsoft.com/office/drawing/2014/main" id="{6225CD6F-6391-49FF-8178-BF8F8660AB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0" y="1445065"/>
            <a:ext cx="4871605" cy="4542442"/>
          </a:xfrm>
          <a:prstGeom prst="rect">
            <a:avLst/>
          </a:prstGeom>
        </p:spPr>
      </p:pic>
      <p:pic>
        <p:nvPicPr>
          <p:cNvPr id="33" name="Hình ảnh 32">
            <a:extLst>
              <a:ext uri="{FF2B5EF4-FFF2-40B4-BE49-F238E27FC236}">
                <a16:creationId xmlns:a16="http://schemas.microsoft.com/office/drawing/2014/main" id="{6D67346C-D86F-41F2-9525-6B7EB5B45A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41000" y="1238199"/>
            <a:ext cx="3533835" cy="5092648"/>
          </a:xfrm>
          <a:prstGeom prst="rect">
            <a:avLst/>
          </a:prstGeom>
        </p:spPr>
      </p:pic>
      <p:sp>
        <p:nvSpPr>
          <p:cNvPr id="34" name="TextBox 4">
            <a:extLst>
              <a:ext uri="{FF2B5EF4-FFF2-40B4-BE49-F238E27FC236}">
                <a16:creationId xmlns:a16="http://schemas.microsoft.com/office/drawing/2014/main" id="{574187B8-738B-48D9-BE20-8E47088C1E16}"/>
              </a:ext>
            </a:extLst>
          </p:cNvPr>
          <p:cNvSpPr txBox="1"/>
          <p:nvPr/>
        </p:nvSpPr>
        <p:spPr>
          <a:xfrm>
            <a:off x="1907507" y="15935766"/>
            <a:ext cx="5254992" cy="156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D50816"/>
                </a:solidFill>
                <a:latin typeface="Muli Black" panose="020B0604020202020204" charset="-93"/>
              </a:rPr>
              <a:t>Thành Viên Trong Nhóm</a:t>
            </a: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0BFAA60A-82E5-4A4C-A0F5-373B5459FA70}"/>
              </a:ext>
            </a:extLst>
          </p:cNvPr>
          <p:cNvGrpSpPr/>
          <p:nvPr/>
        </p:nvGrpSpPr>
        <p:grpSpPr>
          <a:xfrm>
            <a:off x="10021604" y="19920787"/>
            <a:ext cx="7773924" cy="2596313"/>
            <a:chOff x="5403454" y="5984584"/>
            <a:chExt cx="7773924" cy="2596313"/>
          </a:xfrm>
        </p:grpSpPr>
        <p:sp>
          <p:nvSpPr>
            <p:cNvPr id="36" name="AutoShape 11">
              <a:extLst>
                <a:ext uri="{FF2B5EF4-FFF2-40B4-BE49-F238E27FC236}">
                  <a16:creationId xmlns:a16="http://schemas.microsoft.com/office/drawing/2014/main" id="{9C18CA9F-4FF9-4E2B-82CF-7DA6D17500FA}"/>
                </a:ext>
              </a:extLst>
            </p:cNvPr>
            <p:cNvSpPr/>
            <p:nvPr/>
          </p:nvSpPr>
          <p:spPr>
            <a:xfrm>
              <a:off x="5440250" y="847646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EC44A0A6-19A5-4D33-BA39-1AE1A2BC32C0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5062">
                  <a:solidFill>
                    <a:srgbClr val="FFFFFF"/>
                  </a:solidFill>
                  <a:latin typeface="Muli Black" panose="020B0604020202020204" charset="-93"/>
                </a:rPr>
                <a:t>Môn học thuyết trình</a:t>
              </a:r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1EAF9811-0FEB-498B-A0AA-80789812E2A8}"/>
                </a:ext>
              </a:extLst>
            </p:cNvPr>
            <p:cNvSpPr txBox="1"/>
            <p:nvPr/>
          </p:nvSpPr>
          <p:spPr>
            <a:xfrm>
              <a:off x="5418935" y="6783627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nội dung chủ đề thuyết trình</a:t>
              </a:r>
            </a:p>
          </p:txBody>
        </p:sp>
      </p:grpSp>
      <p:sp>
        <p:nvSpPr>
          <p:cNvPr id="39" name="AutoShape 2">
            <a:extLst>
              <a:ext uri="{FF2B5EF4-FFF2-40B4-BE49-F238E27FC236}">
                <a16:creationId xmlns:a16="http://schemas.microsoft.com/office/drawing/2014/main" id="{AD9FB3E7-D3EC-4007-9AB6-CA91E414A9A6}"/>
              </a:ext>
            </a:extLst>
          </p:cNvPr>
          <p:cNvSpPr/>
          <p:nvPr/>
        </p:nvSpPr>
        <p:spPr>
          <a:xfrm>
            <a:off x="9033573" y="-10782300"/>
            <a:ext cx="262827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33573" y="0"/>
            <a:ext cx="262827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907507" y="7411363"/>
            <a:ext cx="5254992" cy="156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D50816"/>
                </a:solidFill>
                <a:latin typeface="Muli Black" panose="020B0604020202020204" charset="-93"/>
              </a:rPr>
              <a:t>Thành Viên Trong </a:t>
            </a:r>
            <a:r>
              <a:rPr lang="en-US" sz="5062" dirty="0" err="1">
                <a:solidFill>
                  <a:srgbClr val="D50816"/>
                </a:solidFill>
                <a:latin typeface="Muli Black" panose="020B0604020202020204" charset="-93"/>
              </a:rPr>
              <a:t>Nhóm</a:t>
            </a:r>
            <a:endParaRPr lang="en-US" sz="5062" dirty="0">
              <a:solidFill>
                <a:srgbClr val="D50816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10021604" y="7052984"/>
            <a:ext cx="7773924" cy="2596313"/>
            <a:chOff x="5403454" y="5984584"/>
            <a:chExt cx="7773924" cy="2596313"/>
          </a:xfrm>
        </p:grpSpPr>
        <p:sp>
          <p:nvSpPr>
            <p:cNvPr id="11" name="AutoShape 11"/>
            <p:cNvSpPr/>
            <p:nvPr/>
          </p:nvSpPr>
          <p:spPr>
            <a:xfrm>
              <a:off x="5440250" y="847646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Môn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học : Lịch sử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418935" y="6783627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vi-VN" sz="24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Bài 9: CHIẾN TRANH LẠNH ( 1947 – 1989 ) </a:t>
              </a: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Hình ảnh 22" descr="Ảnh có chứa văn bản&#10;&#10;Mô tả được tạo tự động">
            <a:extLst>
              <a:ext uri="{FF2B5EF4-FFF2-40B4-BE49-F238E27FC236}">
                <a16:creationId xmlns:a16="http://schemas.microsoft.com/office/drawing/2014/main" id="{3FCE667D-26FF-4EC2-9C1B-9790156437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466" y="995649"/>
            <a:ext cx="2649876" cy="5596285"/>
          </a:xfrm>
          <a:prstGeom prst="rect">
            <a:avLst/>
          </a:prstGeom>
        </p:spPr>
      </p:pic>
      <p:pic>
        <p:nvPicPr>
          <p:cNvPr id="24" name="Hình ảnh 23" descr="Ảnh có chứa văn bản&#10;&#10;Mô tả được tạo tự động">
            <a:extLst>
              <a:ext uri="{FF2B5EF4-FFF2-40B4-BE49-F238E27FC236}">
                <a16:creationId xmlns:a16="http://schemas.microsoft.com/office/drawing/2014/main" id="{FB0D5F54-7EF8-4F95-9FD3-F8D3813FFD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742134"/>
            <a:ext cx="2352549" cy="581695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C3735E22-FD52-4E32-874C-E3956A336C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6395" y="1599000"/>
            <a:ext cx="4871605" cy="4542442"/>
          </a:xfrm>
          <a:prstGeom prst="rect">
            <a:avLst/>
          </a:prstGeom>
        </p:spPr>
      </p:pic>
      <p:pic>
        <p:nvPicPr>
          <p:cNvPr id="26" name="Hình ảnh 25">
            <a:extLst>
              <a:ext uri="{FF2B5EF4-FFF2-40B4-BE49-F238E27FC236}">
                <a16:creationId xmlns:a16="http://schemas.microsoft.com/office/drawing/2014/main" id="{33786BA9-DF56-4AB9-B27F-6B163803F8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34" y="1240355"/>
            <a:ext cx="3533835" cy="5092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603E7F52-0EA7-4DA0-BAAB-E82EBE994B95}"/>
              </a:ext>
            </a:extLst>
          </p:cNvPr>
          <p:cNvSpPr txBox="1"/>
          <p:nvPr/>
        </p:nvSpPr>
        <p:spPr>
          <a:xfrm>
            <a:off x="3810000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Võ Hưng Thịnh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2E25418B-DF9F-40C2-A9E1-96854A75EB8F}"/>
              </a:ext>
            </a:extLst>
          </p:cNvPr>
          <p:cNvGrpSpPr/>
          <p:nvPr/>
        </p:nvGrpSpPr>
        <p:grpSpPr>
          <a:xfrm>
            <a:off x="8683937" y="6100498"/>
            <a:ext cx="7773924" cy="2727983"/>
            <a:chOff x="5403454" y="5984584"/>
            <a:chExt cx="7773924" cy="2727983"/>
          </a:xfrm>
        </p:grpSpPr>
        <p:sp>
          <p:nvSpPr>
            <p:cNvPr id="15" name="AutoShape 11">
              <a:extLst>
                <a:ext uri="{FF2B5EF4-FFF2-40B4-BE49-F238E27FC236}">
                  <a16:creationId xmlns:a16="http://schemas.microsoft.com/office/drawing/2014/main" id="{59534DD0-A055-4226-B7D2-E6CAA0F8A1E6}"/>
                </a:ext>
              </a:extLst>
            </p:cNvPr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9B092F92-9489-4B7F-8B85-E1B045FD0EBA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(2)</a:t>
              </a:r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0FAFA37E-7D47-43FF-9478-7A9A7E134054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rõ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thông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tin (2)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1519773" y="-44145"/>
            <a:ext cx="3883681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F44D976-F552-4DBB-B58F-8E277E38C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16" y="307288"/>
            <a:ext cx="4928671" cy="710276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66982" y="766263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FFFFFF"/>
                </a:solidFill>
                <a:latin typeface="Muli Black" panose="020B0604020202020204" charset="-93"/>
              </a:rPr>
              <a:t>Dương Văn Trọng</a:t>
            </a:r>
          </a:p>
          <a:p>
            <a:pPr algn="ctr">
              <a:lnSpc>
                <a:spcPts val="6328"/>
              </a:lnSpc>
            </a:pPr>
            <a:endParaRPr lang="en-US" sz="5062" dirty="0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5403454" y="5984584"/>
            <a:ext cx="10903346" cy="2788311"/>
            <a:chOff x="5403454" y="5984584"/>
            <a:chExt cx="10903346" cy="2788311"/>
          </a:xfrm>
        </p:grpSpPr>
        <p:sp>
          <p:nvSpPr>
            <p:cNvPr id="11" name="AutoShape 11"/>
            <p:cNvSpPr/>
            <p:nvPr/>
          </p:nvSpPr>
          <p:spPr>
            <a:xfrm>
              <a:off x="5853411" y="8668464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10903346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Làm Slide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776633" y="6783629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Hình ảnh 22" descr="Ảnh có chứa văn bản&#10;&#10;Mô tả được tạo tự động">
            <a:extLst>
              <a:ext uri="{FF2B5EF4-FFF2-40B4-BE49-F238E27FC236}">
                <a16:creationId xmlns:a16="http://schemas.microsoft.com/office/drawing/2014/main" id="{3FCE667D-26FF-4EC2-9C1B-9790156437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24" name="Hình ảnh 23" descr="Ảnh có chứa văn bản&#10;&#10;Mô tả được tạo tự động">
            <a:extLst>
              <a:ext uri="{FF2B5EF4-FFF2-40B4-BE49-F238E27FC236}">
                <a16:creationId xmlns:a16="http://schemas.microsoft.com/office/drawing/2014/main" id="{FB0D5F54-7EF8-4F95-9FD3-F8D3813FFD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C3735E22-FD52-4E32-874C-E3956A336C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6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4">
            <a:extLst>
              <a:ext uri="{FF2B5EF4-FFF2-40B4-BE49-F238E27FC236}">
                <a16:creationId xmlns:a16="http://schemas.microsoft.com/office/drawing/2014/main" id="{F9A3175E-EA54-4877-8A82-F64C3FBDB800}"/>
              </a:ext>
            </a:extLst>
          </p:cNvPr>
          <p:cNvSpPr txBox="1"/>
          <p:nvPr/>
        </p:nvSpPr>
        <p:spPr>
          <a:xfrm>
            <a:off x="79558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30" name="Nhóm 29">
            <a:extLst>
              <a:ext uri="{FF2B5EF4-FFF2-40B4-BE49-F238E27FC236}">
                <a16:creationId xmlns:a16="http://schemas.microsoft.com/office/drawing/2014/main" id="{31AC5DD8-5BB9-481A-80BD-11136849A8C6}"/>
              </a:ext>
            </a:extLst>
          </p:cNvPr>
          <p:cNvGrpSpPr/>
          <p:nvPr/>
        </p:nvGrpSpPr>
        <p:grpSpPr>
          <a:xfrm>
            <a:off x="76200" y="6322109"/>
            <a:ext cx="7773924" cy="2727983"/>
            <a:chOff x="5403454" y="5984584"/>
            <a:chExt cx="7773924" cy="2727983"/>
          </a:xfrm>
        </p:grpSpPr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71663A63-F7CC-4E51-8BA9-F88AF68DFA13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400B4F3A-3F65-494A-B2B2-48C613AFC63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(3)</a:t>
              </a:r>
            </a:p>
          </p:txBody>
        </p:sp>
        <p:sp>
          <p:nvSpPr>
            <p:cNvPr id="33" name="TextBox 4">
              <a:extLst>
                <a:ext uri="{FF2B5EF4-FFF2-40B4-BE49-F238E27FC236}">
                  <a16:creationId xmlns:a16="http://schemas.microsoft.com/office/drawing/2014/main" id="{49E0A2F3-1965-47B8-AD6A-F605C1096C9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(3) </a:t>
              </a:r>
            </a:p>
          </p:txBody>
        </p:sp>
      </p:grpSp>
      <p:sp>
        <p:nvSpPr>
          <p:cNvPr id="24" name="TextBox 4">
            <a:extLst>
              <a:ext uri="{FF2B5EF4-FFF2-40B4-BE49-F238E27FC236}">
                <a16:creationId xmlns:a16="http://schemas.microsoft.com/office/drawing/2014/main" id="{DFB69579-DC4A-45BA-BB08-AFBD84C38573}"/>
              </a:ext>
            </a:extLst>
          </p:cNvPr>
          <p:cNvSpPr txBox="1"/>
          <p:nvPr/>
        </p:nvSpPr>
        <p:spPr>
          <a:xfrm>
            <a:off x="544334" y="7746805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Dương Văn Trọng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5" name="Nhóm 24">
            <a:extLst>
              <a:ext uri="{FF2B5EF4-FFF2-40B4-BE49-F238E27FC236}">
                <a16:creationId xmlns:a16="http://schemas.microsoft.com/office/drawing/2014/main" id="{C299B550-ABF4-402F-9AFC-0C437E86B047}"/>
              </a:ext>
            </a:extLst>
          </p:cNvPr>
          <p:cNvGrpSpPr/>
          <p:nvPr/>
        </p:nvGrpSpPr>
        <p:grpSpPr>
          <a:xfrm>
            <a:off x="4780806" y="6068758"/>
            <a:ext cx="7773924" cy="2788311"/>
            <a:chOff x="5403454" y="5984584"/>
            <a:chExt cx="7773924" cy="2788311"/>
          </a:xfrm>
        </p:grpSpPr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01048441-C9F4-4B8B-9721-828F7B4D6ACC}"/>
                </a:ext>
              </a:extLst>
            </p:cNvPr>
            <p:cNvSpPr/>
            <p:nvPr/>
          </p:nvSpPr>
          <p:spPr>
            <a:xfrm>
              <a:off x="5853411" y="8668464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1B4D5C64-E540-4B30-B31F-9285ACD5178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(1)</a:t>
              </a:r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7E47C4D3-6BFD-454C-A33F-4E6D768FA39D}"/>
                </a:ext>
              </a:extLst>
            </p:cNvPr>
            <p:cNvSpPr txBox="1"/>
            <p:nvPr/>
          </p:nvSpPr>
          <p:spPr>
            <a:xfrm>
              <a:off x="5776633" y="6783629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(1)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4705705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5" name="Hình ảnh 14" descr="Ảnh có chứa văn bản&#10;&#10;Mô tả được tạo tự động">
            <a:extLst>
              <a:ext uri="{FF2B5EF4-FFF2-40B4-BE49-F238E27FC236}">
                <a16:creationId xmlns:a16="http://schemas.microsoft.com/office/drawing/2014/main" id="{624F61D5-9116-436E-9DF2-DBE6636D0A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078" y="742737"/>
            <a:ext cx="3196322" cy="675032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538536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Võ Hưng Thịnh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9412472" y="6100498"/>
            <a:ext cx="8494527" cy="2727983"/>
            <a:chOff x="5403453" y="5984584"/>
            <a:chExt cx="8494527" cy="2727983"/>
          </a:xfrm>
        </p:grpSpPr>
        <p:sp>
          <p:nvSpPr>
            <p:cNvPr id="11" name="AutoShape 11"/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3" y="5984584"/>
              <a:ext cx="8494527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Làm Slide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9E91CC5D-5815-45C1-84C7-20BD44D029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8" name="Hình ảnh 17" descr="Ảnh có chứa văn bản&#10;&#10;Mô tả được tạo tự động">
            <a:extLst>
              <a:ext uri="{FF2B5EF4-FFF2-40B4-BE49-F238E27FC236}">
                <a16:creationId xmlns:a16="http://schemas.microsoft.com/office/drawing/2014/main" id="{4BC8D583-7DF9-4765-96E9-8AAF7D61F2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E9A35818-EFA1-456C-86FD-141586E6B8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3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:a16="http://schemas.microsoft.com/office/drawing/2014/main" id="{529EAD15-DBCB-42D0-9EDC-8A5F48296E3A}"/>
              </a:ext>
            </a:extLst>
          </p:cNvPr>
          <p:cNvSpPr txBox="1"/>
          <p:nvPr/>
        </p:nvSpPr>
        <p:spPr>
          <a:xfrm>
            <a:off x="11400485" y="7394759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Hồ Vương Thiên Bảo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9" name="Nhóm 28">
            <a:extLst>
              <a:ext uri="{FF2B5EF4-FFF2-40B4-BE49-F238E27FC236}">
                <a16:creationId xmlns:a16="http://schemas.microsoft.com/office/drawing/2014/main" id="{B10C34C4-5C56-491E-9171-7505C8ED4A9E}"/>
              </a:ext>
            </a:extLst>
          </p:cNvPr>
          <p:cNvGrpSpPr/>
          <p:nvPr/>
        </p:nvGrpSpPr>
        <p:grpSpPr>
          <a:xfrm>
            <a:off x="3200400" y="6402749"/>
            <a:ext cx="7773924" cy="2727983"/>
            <a:chOff x="5403454" y="5984584"/>
            <a:chExt cx="7773924" cy="2727983"/>
          </a:xfrm>
        </p:grpSpPr>
        <p:sp>
          <p:nvSpPr>
            <p:cNvPr id="30" name="AutoShape 11">
              <a:extLst>
                <a:ext uri="{FF2B5EF4-FFF2-40B4-BE49-F238E27FC236}">
                  <a16:creationId xmlns:a16="http://schemas.microsoft.com/office/drawing/2014/main" id="{E11F1318-E68B-431D-9B04-BC6EE5C6219A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B19E476A-7610-44F8-9C24-00DC994B78D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(4)</a:t>
              </a:r>
            </a:p>
          </p:txBody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56089878-07DB-4C4A-9855-983B465931DC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(4) </a:t>
              </a:r>
            </a:p>
          </p:txBody>
        </p:sp>
      </p:grpSp>
      <p:sp>
        <p:nvSpPr>
          <p:cNvPr id="23" name="TextBox 4">
            <a:extLst>
              <a:ext uri="{FF2B5EF4-FFF2-40B4-BE49-F238E27FC236}">
                <a16:creationId xmlns:a16="http://schemas.microsoft.com/office/drawing/2014/main" id="{DAC35E89-F1B4-4F64-B44C-8D09B0914D38}"/>
              </a:ext>
            </a:extLst>
          </p:cNvPr>
          <p:cNvSpPr txBox="1"/>
          <p:nvPr/>
        </p:nvSpPr>
        <p:spPr>
          <a:xfrm>
            <a:off x="3886200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Võ </a:t>
            </a:r>
            <a:r>
              <a:rPr lang="en-US" sz="5062" dirty="0" err="1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Hưng</a:t>
            </a:r>
            <a:r>
              <a:rPr lang="en-US" sz="5062" dirty="0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 Thịnh</a:t>
            </a:r>
          </a:p>
          <a:p>
            <a:pPr algn="ctr">
              <a:lnSpc>
                <a:spcPts val="6328"/>
              </a:lnSpc>
            </a:pPr>
            <a:endParaRPr lang="en-US" sz="5062" dirty="0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38622A8E-0940-4077-B86E-64BC42C89534}"/>
              </a:ext>
            </a:extLst>
          </p:cNvPr>
          <p:cNvGrpSpPr/>
          <p:nvPr/>
        </p:nvGrpSpPr>
        <p:grpSpPr>
          <a:xfrm>
            <a:off x="8760137" y="6100498"/>
            <a:ext cx="7773924" cy="2727983"/>
            <a:chOff x="5403454" y="5984584"/>
            <a:chExt cx="7773924" cy="2727983"/>
          </a:xfrm>
        </p:grpSpPr>
        <p:sp>
          <p:nvSpPr>
            <p:cNvPr id="25" name="AutoShape 11">
              <a:extLst>
                <a:ext uri="{FF2B5EF4-FFF2-40B4-BE49-F238E27FC236}">
                  <a16:creationId xmlns:a16="http://schemas.microsoft.com/office/drawing/2014/main" id="{3F0096D6-2076-4E0A-922C-ECD4A99748A3}"/>
                </a:ext>
              </a:extLst>
            </p:cNvPr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5C6DFEF0-C9D9-46E4-AFD6-895EFA81E8EA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(2)</a:t>
              </a:r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76A80105-EA51-44C0-A7B3-08D1F23CB093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(2)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8875528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7" name="Hình ảnh 16" descr="Ảnh có chứa văn bản&#10;&#10;Mô tả được tạo tự động">
            <a:extLst>
              <a:ext uri="{FF2B5EF4-FFF2-40B4-BE49-F238E27FC236}">
                <a16:creationId xmlns:a16="http://schemas.microsoft.com/office/drawing/2014/main" id="{0C37543C-BC7D-436A-BCDC-4C86E284C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945" y="293304"/>
            <a:ext cx="3073400" cy="759934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702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990600" y="6322109"/>
            <a:ext cx="7773924" cy="2727983"/>
            <a:chOff x="5403454" y="5984584"/>
            <a:chExt cx="7773924" cy="2727983"/>
          </a:xfrm>
        </p:grpSpPr>
        <p:sp>
          <p:nvSpPr>
            <p:cNvPr id="11" name="AutoShape 11"/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Thuyết Trình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92499A8F-56B2-4128-9FEE-6785174ED3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6" name="Hình ảnh 15" descr="Ảnh có chứa văn bản&#10;&#10;Mô tả được tạo tự động">
            <a:extLst>
              <a:ext uri="{FF2B5EF4-FFF2-40B4-BE49-F238E27FC236}">
                <a16:creationId xmlns:a16="http://schemas.microsoft.com/office/drawing/2014/main" id="{DE3CA6F3-287C-49F6-AD94-A37825B9A5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9A7A170-B3B9-4784-9702-3C7D0B94CF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53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">
            <a:extLst>
              <a:ext uri="{FF2B5EF4-FFF2-40B4-BE49-F238E27FC236}">
                <a16:creationId xmlns:a16="http://schemas.microsoft.com/office/drawing/2014/main" id="{483E05C1-85DB-49BB-97E4-2C2802230592}"/>
              </a:ext>
            </a:extLst>
          </p:cNvPr>
          <p:cNvSpPr txBox="1"/>
          <p:nvPr/>
        </p:nvSpPr>
        <p:spPr>
          <a:xfrm>
            <a:off x="81082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FD6D3720-F6A8-4036-A3CF-3BC83A4F7AA0}"/>
              </a:ext>
            </a:extLst>
          </p:cNvPr>
          <p:cNvGrpSpPr/>
          <p:nvPr/>
        </p:nvGrpSpPr>
        <p:grpSpPr>
          <a:xfrm>
            <a:off x="228600" y="6322109"/>
            <a:ext cx="7773924" cy="2727983"/>
            <a:chOff x="5403454" y="5984584"/>
            <a:chExt cx="7773924" cy="2727983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FAAF6FEB-9F39-4FAC-822C-937860F45FA3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828289A0-2BE8-4819-BDFE-6DC04BB70705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(3)</a:t>
              </a:r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9D9B771A-AA43-4B10-B3AC-DF5C19F454A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(3)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13036969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F44D976-F552-4DBB-B58F-8E277E38C2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5" name="Hình ảnh 14" descr="Ảnh có chứa văn bản&#10;&#10;Mô tả được tạo tự động">
            <a:extLst>
              <a:ext uri="{FF2B5EF4-FFF2-40B4-BE49-F238E27FC236}">
                <a16:creationId xmlns:a16="http://schemas.microsoft.com/office/drawing/2014/main" id="{624F61D5-9116-436E-9DF2-DBE6636D0A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17" name="Hình ảnh 16" descr="Ảnh có chứa văn bản&#10;&#10;Mô tả được tạo tự động">
            <a:extLst>
              <a:ext uri="{FF2B5EF4-FFF2-40B4-BE49-F238E27FC236}">
                <a16:creationId xmlns:a16="http://schemas.microsoft.com/office/drawing/2014/main" id="{0C37543C-BC7D-436A-BCDC-4C86E284C7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C5BAF28D-1204-4A66-9F58-1BCE8284C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663011"/>
            <a:ext cx="6511526" cy="607155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862642" y="7394759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Hồ Vương Thiên Bảo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4662557" y="6402749"/>
            <a:ext cx="7773924" cy="2727983"/>
            <a:chOff x="5403454" y="5984584"/>
            <a:chExt cx="7773924" cy="2727983"/>
          </a:xfrm>
        </p:grpSpPr>
        <p:sp>
          <p:nvSpPr>
            <p:cNvPr id="11" name="AutoShape 11"/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Thuyết Trình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066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32370" y="1"/>
            <a:ext cx="7311630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657600" y="7458646"/>
            <a:ext cx="4786948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28"/>
              </a:lnSpc>
            </a:pPr>
            <a:r>
              <a:rPr lang="en-US" sz="4200" b="1">
                <a:solidFill>
                  <a:srgbClr val="FFFFFF"/>
                </a:solidFill>
                <a:latin typeface="Muli Black" panose="020B0604020202020204" charset="-93"/>
              </a:rPr>
              <a:t>CHIẾN TRANH LẠNH
(1947 – 1989)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673828" y="568971"/>
            <a:ext cx="1014995" cy="101499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CFE79D37-5603-4B63-888E-E899C1897494}"/>
              </a:ext>
            </a:extLst>
          </p:cNvPr>
          <p:cNvSpPr/>
          <p:nvPr/>
        </p:nvSpPr>
        <p:spPr>
          <a:xfrm>
            <a:off x="4191000" y="2021372"/>
            <a:ext cx="4419600" cy="4953000"/>
          </a:xfrm>
          <a:prstGeom prst="roundRect">
            <a:avLst>
              <a:gd name="adj" fmla="val 1060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C4CE32B9-DAB8-4CB0-A1CC-0B941C337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7414" y="7949885"/>
            <a:ext cx="2231001" cy="172425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1312C5D1-80A0-4D7A-88AD-EF8869800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183" y="8450282"/>
            <a:ext cx="1957233" cy="1512670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9B2269E4-0674-4C5A-8A94-95CA0BDD5A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-27117"/>
            <a:ext cx="1957233" cy="1512670"/>
          </a:xfrm>
          <a:prstGeom prst="rect">
            <a:avLst/>
          </a:prstGeom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90675BDB-A8C0-407F-9E06-D7A2471948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62" y="427942"/>
            <a:ext cx="2231001" cy="1724255"/>
          </a:xfrm>
          <a:prstGeom prst="rect">
            <a:avLst/>
          </a:prstGeom>
        </p:spPr>
      </p:pic>
      <p:sp>
        <p:nvSpPr>
          <p:cNvPr id="22" name="Hình chữ nhật: Góc Tròn 21">
            <a:extLst>
              <a:ext uri="{FF2B5EF4-FFF2-40B4-BE49-F238E27FC236}">
                <a16:creationId xmlns:a16="http://schemas.microsoft.com/office/drawing/2014/main" id="{75FEE3F2-33C7-49AF-AF9A-1549F7100E38}"/>
              </a:ext>
            </a:extLst>
          </p:cNvPr>
          <p:cNvSpPr/>
          <p:nvPr/>
        </p:nvSpPr>
        <p:spPr>
          <a:xfrm>
            <a:off x="9440185" y="1832233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08E5E792-2A4D-48B2-914C-E14D840F31FE}"/>
              </a:ext>
            </a:extLst>
          </p:cNvPr>
          <p:cNvSpPr/>
          <p:nvPr/>
        </p:nvSpPr>
        <p:spPr>
          <a:xfrm>
            <a:off x="12374812" y="1832233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Hình chữ nhật: Góc Tròn 23">
            <a:extLst>
              <a:ext uri="{FF2B5EF4-FFF2-40B4-BE49-F238E27FC236}">
                <a16:creationId xmlns:a16="http://schemas.microsoft.com/office/drawing/2014/main" id="{8B3CDEAC-A7F7-44CB-BD43-DC20B40D1BEE}"/>
              </a:ext>
            </a:extLst>
          </p:cNvPr>
          <p:cNvSpPr/>
          <p:nvPr/>
        </p:nvSpPr>
        <p:spPr>
          <a:xfrm>
            <a:off x="15281126" y="1835448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C2C36F45-A9AE-4459-9331-7258501506F0}"/>
              </a:ext>
            </a:extLst>
          </p:cNvPr>
          <p:cNvSpPr/>
          <p:nvPr/>
        </p:nvSpPr>
        <p:spPr>
          <a:xfrm>
            <a:off x="9525000" y="9534869"/>
            <a:ext cx="4342905" cy="1044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6E9499BF-67A1-45CC-AB0C-375002CF8F69}"/>
              </a:ext>
            </a:extLst>
          </p:cNvPr>
          <p:cNvSpPr txBox="1"/>
          <p:nvPr/>
        </p:nvSpPr>
        <p:spPr>
          <a:xfrm>
            <a:off x="9445752" y="6199632"/>
            <a:ext cx="7772400" cy="685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900">
                <a:solidFill>
                  <a:srgbClr val="FFFFFF"/>
                </a:solidFill>
                <a:latin typeface="Muli Black" panose="020B0604020202020204" charset="-93"/>
              </a:rPr>
              <a:t>Cuộc đối đầu toàn diện giữa hai phe do Mỹ và Liên Xô đứng đầu sau Chiến tranh thế giới thứ hai.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69BF0B2E-73BF-4356-983C-847500F43B71}"/>
              </a:ext>
            </a:extLst>
          </p:cNvPr>
          <p:cNvSpPr txBox="1"/>
          <p:nvPr/>
        </p:nvSpPr>
        <p:spPr>
          <a:xfrm>
            <a:off x="9528048" y="7059168"/>
            <a:ext cx="7104888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 hiểu nguyên nhân, biểu hiện, những sự kiện tiêu biểu, hậu quả và quá trình kết thúc Chiến tranh lạnh.</a:t>
            </a:r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/>
            </a:r>
            <a:endParaRPr lang="en-US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6972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22" grpId="0" animBg="1"/>
      <p:bldP spid="23" grpId="0" animBg="1"/>
      <p:bldP spid="24" grpId="0" animBg="1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91285" y="0"/>
            <a:ext cx="5149524" cy="10286999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 lang="vi-VN"/>
          </a:p>
        </p:txBody>
      </p:sp>
      <p:sp>
        <p:nvSpPr>
          <p:cNvPr id="3" name="AutoShape 3"/>
          <p:cNvSpPr/>
          <p:nvPr/>
        </p:nvSpPr>
        <p:spPr>
          <a:xfrm>
            <a:off x="1835365" y="9226484"/>
            <a:ext cx="14617271" cy="1059773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520143" y="9707939"/>
            <a:ext cx="9247713" cy="18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600" spc="450">
                <a:solidFill>
                  <a:srgbClr val="FFFFFF"/>
                </a:solidFill>
                <a:latin typeface="Muli Black" panose="020B0604020202020204" charset="-93"/>
              </a:rPr>
              <a:t>Giáo viên bộ môn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516723" y="1002996"/>
            <a:ext cx="1014995" cy="1014995"/>
            <a:chOff x="0" y="0"/>
            <a:chExt cx="6350000" cy="6350000"/>
          </a:xfrm>
          <a:solidFill>
            <a:schemeClr val="bg1"/>
          </a:solidFill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sp>
        <p:nvSpPr>
          <p:cNvPr id="7" name="TextBox 7"/>
          <p:cNvSpPr txBox="1"/>
          <p:nvPr/>
        </p:nvSpPr>
        <p:spPr>
          <a:xfrm>
            <a:off x="2226879" y="7734300"/>
            <a:ext cx="4514286" cy="1608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4200">
                <a:solidFill>
                  <a:srgbClr val="FFFFFF"/>
                </a:solidFill>
                <a:latin typeface="Muli Black" panose="020B0604020202020204" charset="-93"/>
              </a:rPr>
              <a:t>LỊCH SỬ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54870" y="980664"/>
            <a:ext cx="6994572" cy="880940"/>
            <a:chOff x="-56760" y="0"/>
            <a:chExt cx="9326096" cy="1174587"/>
          </a:xfrm>
        </p:grpSpPr>
        <p:sp>
          <p:nvSpPr>
            <p:cNvPr id="9" name="TextBox 9"/>
            <p:cNvSpPr txBox="1"/>
            <p:nvPr/>
          </p:nvSpPr>
          <p:spPr>
            <a:xfrm>
              <a:off x="-56760" y="541935"/>
              <a:ext cx="9326096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400" spc="147">
                  <a:solidFill>
                    <a:srgbClr val="FFFFFF"/>
                  </a:solidFill>
                  <a:latin typeface="League Spartan"/>
                </a:rPr>
                <a:t>Akatsuki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0"/>
              <a:ext cx="3345973" cy="139241"/>
            </a:xfrm>
            <a:prstGeom prst="rect">
              <a:avLst/>
            </a:prstGeom>
            <a:solidFill>
              <a:srgbClr val="D50816"/>
            </a:solidFill>
          </p:spPr>
          <p:txBody>
            <a:bodyPr/>
            <a:p/>
          </p:txBody>
        </p:sp>
      </p:grpSp>
      <p:sp>
        <p:nvSpPr>
          <p:cNvPr id="12" name="Google Shape;426;p22">
            <a:extLst>
              <a:ext uri="{FF2B5EF4-FFF2-40B4-BE49-F238E27FC236}">
                <a16:creationId xmlns:a16="http://schemas.microsoft.com/office/drawing/2014/main" id="{364E851A-8047-45CF-A4D2-D85E3F206455}"/>
              </a:ext>
            </a:extLst>
          </p:cNvPr>
          <p:cNvSpPr/>
          <p:nvPr/>
        </p:nvSpPr>
        <p:spPr>
          <a:xfrm rot="10800000">
            <a:off x="2233155" y="3224500"/>
            <a:ext cx="4514285" cy="435511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27;p22">
            <a:extLst>
              <a:ext uri="{FF2B5EF4-FFF2-40B4-BE49-F238E27FC236}">
                <a16:creationId xmlns:a16="http://schemas.microsoft.com/office/drawing/2014/main" id="{CE6E74CC-F476-4DD5-B455-4A585FF1649E}"/>
              </a:ext>
            </a:extLst>
          </p:cNvPr>
          <p:cNvSpPr/>
          <p:nvPr/>
        </p:nvSpPr>
        <p:spPr>
          <a:xfrm rot="10800000">
            <a:off x="2500501" y="3482420"/>
            <a:ext cx="3979592" cy="38392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8;p22">
            <a:extLst>
              <a:ext uri="{FF2B5EF4-FFF2-40B4-BE49-F238E27FC236}">
                <a16:creationId xmlns:a16="http://schemas.microsoft.com/office/drawing/2014/main" id="{D73223B5-DDE1-4037-BB40-514532B503D9}"/>
              </a:ext>
            </a:extLst>
          </p:cNvPr>
          <p:cNvSpPr/>
          <p:nvPr/>
        </p:nvSpPr>
        <p:spPr>
          <a:xfrm flipH="1">
            <a:off x="2778241" y="3750367"/>
            <a:ext cx="3424112" cy="330337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Nhóm 52">
            <a:extLst>
              <a:ext uri="{FF2B5EF4-FFF2-40B4-BE49-F238E27FC236}">
                <a16:creationId xmlns:a16="http://schemas.microsoft.com/office/drawing/2014/main" id="{72A94CAF-6A2D-470D-BB9A-3B3E80B81A2C}"/>
              </a:ext>
            </a:extLst>
          </p:cNvPr>
          <p:cNvGrpSpPr/>
          <p:nvPr/>
        </p:nvGrpSpPr>
        <p:grpSpPr>
          <a:xfrm>
            <a:off x="5612232" y="2431136"/>
            <a:ext cx="5706598" cy="1227079"/>
            <a:chOff x="5612232" y="2431136"/>
            <a:chExt cx="5706598" cy="1227079"/>
          </a:xfrm>
        </p:grpSpPr>
        <p:sp>
          <p:nvSpPr>
            <p:cNvPr id="15" name="Google Shape;429;p22">
              <a:extLst>
                <a:ext uri="{FF2B5EF4-FFF2-40B4-BE49-F238E27FC236}">
                  <a16:creationId xmlns:a16="http://schemas.microsoft.com/office/drawing/2014/main" id="{644B6506-5ACD-4765-80FF-119C921D246D}"/>
                </a:ext>
              </a:extLst>
            </p:cNvPr>
            <p:cNvSpPr/>
            <p:nvPr/>
          </p:nvSpPr>
          <p:spPr>
            <a:xfrm>
              <a:off x="8597440" y="2431136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1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6" name="Google Shape;430;p22">
              <a:extLst>
                <a:ext uri="{FF2B5EF4-FFF2-40B4-BE49-F238E27FC236}">
                  <a16:creationId xmlns:a16="http://schemas.microsoft.com/office/drawing/2014/main" id="{6521C133-ADB5-4535-8840-0CC77CF8E363}"/>
                </a:ext>
              </a:extLst>
            </p:cNvPr>
            <p:cNvCxnSpPr>
              <a:stCxn id="15" idx="1"/>
              <a:endCxn id="17" idx="6"/>
            </p:cNvCxnSpPr>
            <p:nvPr/>
          </p:nvCxnSpPr>
          <p:spPr>
            <a:xfrm flipH="1">
              <a:off x="5791747" y="2827764"/>
              <a:ext cx="2805693" cy="743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Google Shape;431;p22">
              <a:extLst>
                <a:ext uri="{FF2B5EF4-FFF2-40B4-BE49-F238E27FC236}">
                  <a16:creationId xmlns:a16="http://schemas.microsoft.com/office/drawing/2014/main" id="{E0D39450-3924-4DF3-A91F-8956F92DF122}"/>
                </a:ext>
              </a:extLst>
            </p:cNvPr>
            <p:cNvSpPr/>
            <p:nvPr/>
          </p:nvSpPr>
          <p:spPr>
            <a:xfrm>
              <a:off x="5612232" y="3484969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Nhóm 53">
            <a:extLst>
              <a:ext uri="{FF2B5EF4-FFF2-40B4-BE49-F238E27FC236}">
                <a16:creationId xmlns:a16="http://schemas.microsoft.com/office/drawing/2014/main" id="{EE2FB10B-54B2-4C93-ADE5-B32EC8AE8FD1}"/>
              </a:ext>
            </a:extLst>
          </p:cNvPr>
          <p:cNvGrpSpPr/>
          <p:nvPr/>
        </p:nvGrpSpPr>
        <p:grpSpPr>
          <a:xfrm>
            <a:off x="6415653" y="3718306"/>
            <a:ext cx="4903177" cy="793256"/>
            <a:chOff x="6415653" y="3718306"/>
            <a:chExt cx="4903177" cy="793256"/>
          </a:xfrm>
        </p:grpSpPr>
        <p:sp>
          <p:nvSpPr>
            <p:cNvPr id="18" name="Google Shape;432;p22">
              <a:extLst>
                <a:ext uri="{FF2B5EF4-FFF2-40B4-BE49-F238E27FC236}">
                  <a16:creationId xmlns:a16="http://schemas.microsoft.com/office/drawing/2014/main" id="{E3CDD0DD-1AD3-40ED-9FBA-A88CE525585B}"/>
                </a:ext>
              </a:extLst>
            </p:cNvPr>
            <p:cNvSpPr/>
            <p:nvPr/>
          </p:nvSpPr>
          <p:spPr>
            <a:xfrm>
              <a:off x="8597440" y="3718306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2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9" name="Google Shape;433;p22">
              <a:extLst>
                <a:ext uri="{FF2B5EF4-FFF2-40B4-BE49-F238E27FC236}">
                  <a16:creationId xmlns:a16="http://schemas.microsoft.com/office/drawing/2014/main" id="{4D3DF663-EF9C-4E13-868E-03186E5F54A8}"/>
                </a:ext>
              </a:extLst>
            </p:cNvPr>
            <p:cNvCxnSpPr>
              <a:stCxn id="18" idx="1"/>
              <a:endCxn id="20" idx="6"/>
            </p:cNvCxnSpPr>
            <p:nvPr/>
          </p:nvCxnSpPr>
          <p:spPr>
            <a:xfrm flipH="1">
              <a:off x="6595518" y="4114934"/>
              <a:ext cx="2001922" cy="30638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Google Shape;434;p22">
              <a:extLst>
                <a:ext uri="{FF2B5EF4-FFF2-40B4-BE49-F238E27FC236}">
                  <a16:creationId xmlns:a16="http://schemas.microsoft.com/office/drawing/2014/main" id="{09A94ED4-A841-4857-AB24-F27587D264DB}"/>
                </a:ext>
              </a:extLst>
            </p:cNvPr>
            <p:cNvSpPr/>
            <p:nvPr/>
          </p:nvSpPr>
          <p:spPr>
            <a:xfrm>
              <a:off x="6415653" y="4334699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Nhóm 55">
            <a:extLst>
              <a:ext uri="{FF2B5EF4-FFF2-40B4-BE49-F238E27FC236}">
                <a16:creationId xmlns:a16="http://schemas.microsoft.com/office/drawing/2014/main" id="{E612328D-54FE-485D-8C6E-AAF07FA94E01}"/>
              </a:ext>
            </a:extLst>
          </p:cNvPr>
          <p:cNvGrpSpPr/>
          <p:nvPr/>
        </p:nvGrpSpPr>
        <p:grpSpPr>
          <a:xfrm>
            <a:off x="6415653" y="6259981"/>
            <a:ext cx="4903177" cy="825397"/>
            <a:chOff x="6415653" y="6259981"/>
            <a:chExt cx="4903177" cy="825397"/>
          </a:xfrm>
        </p:grpSpPr>
        <p:sp>
          <p:nvSpPr>
            <p:cNvPr id="21" name="Google Shape;435;p22">
              <a:extLst>
                <a:ext uri="{FF2B5EF4-FFF2-40B4-BE49-F238E27FC236}">
                  <a16:creationId xmlns:a16="http://schemas.microsoft.com/office/drawing/2014/main" id="{F2AB3179-47A9-4E53-AB55-9EF168D36A31}"/>
                </a:ext>
              </a:extLst>
            </p:cNvPr>
            <p:cNvSpPr/>
            <p:nvPr/>
          </p:nvSpPr>
          <p:spPr>
            <a:xfrm>
              <a:off x="8597440" y="6292122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4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2" name="Google Shape;436;p22">
              <a:extLst>
                <a:ext uri="{FF2B5EF4-FFF2-40B4-BE49-F238E27FC236}">
                  <a16:creationId xmlns:a16="http://schemas.microsoft.com/office/drawing/2014/main" id="{B6A59523-E7C6-4BCB-9D42-D1E60BE3B2D3}"/>
                </a:ext>
              </a:extLst>
            </p:cNvPr>
            <p:cNvCxnSpPr>
              <a:stCxn id="21" idx="1"/>
              <a:endCxn id="23" idx="6"/>
            </p:cNvCxnSpPr>
            <p:nvPr/>
          </p:nvCxnSpPr>
          <p:spPr>
            <a:xfrm rot="10800000">
              <a:off x="6595518" y="6346714"/>
              <a:ext cx="2001922" cy="34203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Google Shape;437;p22">
              <a:extLst>
                <a:ext uri="{FF2B5EF4-FFF2-40B4-BE49-F238E27FC236}">
                  <a16:creationId xmlns:a16="http://schemas.microsoft.com/office/drawing/2014/main" id="{3EEE3FE3-F53F-44C3-8E3F-F655F55322F6}"/>
                </a:ext>
              </a:extLst>
            </p:cNvPr>
            <p:cNvSpPr/>
            <p:nvPr/>
          </p:nvSpPr>
          <p:spPr>
            <a:xfrm>
              <a:off x="6415653" y="6259981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Nhóm 54">
            <a:extLst>
              <a:ext uri="{FF2B5EF4-FFF2-40B4-BE49-F238E27FC236}">
                <a16:creationId xmlns:a16="http://schemas.microsoft.com/office/drawing/2014/main" id="{F3D1DB5C-B323-4493-AB77-3A847FC82A20}"/>
              </a:ext>
            </a:extLst>
          </p:cNvPr>
          <p:cNvGrpSpPr/>
          <p:nvPr/>
        </p:nvGrpSpPr>
        <p:grpSpPr>
          <a:xfrm>
            <a:off x="6651376" y="5005214"/>
            <a:ext cx="4667454" cy="793256"/>
            <a:chOff x="6651376" y="5005214"/>
            <a:chExt cx="4667454" cy="793256"/>
          </a:xfrm>
        </p:grpSpPr>
        <p:sp>
          <p:nvSpPr>
            <p:cNvPr id="24" name="Google Shape;438;p22">
              <a:extLst>
                <a:ext uri="{FF2B5EF4-FFF2-40B4-BE49-F238E27FC236}">
                  <a16:creationId xmlns:a16="http://schemas.microsoft.com/office/drawing/2014/main" id="{126C2615-70ED-4E63-8789-F7675D4B6F3E}"/>
                </a:ext>
              </a:extLst>
            </p:cNvPr>
            <p:cNvSpPr/>
            <p:nvPr/>
          </p:nvSpPr>
          <p:spPr>
            <a:xfrm>
              <a:off x="8597440" y="5005214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3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5" name="Google Shape;439;p22">
              <a:extLst>
                <a:ext uri="{FF2B5EF4-FFF2-40B4-BE49-F238E27FC236}">
                  <a16:creationId xmlns:a16="http://schemas.microsoft.com/office/drawing/2014/main" id="{481C9E54-E450-4FFC-AFD4-609DBFE391D4}"/>
                </a:ext>
              </a:extLst>
            </p:cNvPr>
            <p:cNvCxnSpPr>
              <a:stCxn id="24" idx="1"/>
              <a:endCxn id="26" idx="6"/>
            </p:cNvCxnSpPr>
            <p:nvPr/>
          </p:nvCxnSpPr>
          <p:spPr>
            <a:xfrm rot="10800000">
              <a:off x="6831106" y="5394043"/>
              <a:ext cx="1766334" cy="779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Google Shape;440;p22">
              <a:extLst>
                <a:ext uri="{FF2B5EF4-FFF2-40B4-BE49-F238E27FC236}">
                  <a16:creationId xmlns:a16="http://schemas.microsoft.com/office/drawing/2014/main" id="{D667DE19-0DE5-4774-BEA2-F4A56F458B1E}"/>
                </a:ext>
              </a:extLst>
            </p:cNvPr>
            <p:cNvSpPr/>
            <p:nvPr/>
          </p:nvSpPr>
          <p:spPr>
            <a:xfrm>
              <a:off x="6651376" y="5307446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Nhóm 56">
            <a:extLst>
              <a:ext uri="{FF2B5EF4-FFF2-40B4-BE49-F238E27FC236}">
                <a16:creationId xmlns:a16="http://schemas.microsoft.com/office/drawing/2014/main" id="{F9B58F78-D3C5-436D-B166-B2DA5DF8431E}"/>
              </a:ext>
            </a:extLst>
          </p:cNvPr>
          <p:cNvGrpSpPr/>
          <p:nvPr/>
        </p:nvGrpSpPr>
        <p:grpSpPr>
          <a:xfrm>
            <a:off x="5612232" y="7145906"/>
            <a:ext cx="5706598" cy="1226379"/>
            <a:chOff x="5612232" y="7145906"/>
            <a:chExt cx="5706598" cy="1226379"/>
          </a:xfrm>
        </p:grpSpPr>
        <p:sp>
          <p:nvSpPr>
            <p:cNvPr id="27" name="Google Shape;441;p22">
              <a:extLst>
                <a:ext uri="{FF2B5EF4-FFF2-40B4-BE49-F238E27FC236}">
                  <a16:creationId xmlns:a16="http://schemas.microsoft.com/office/drawing/2014/main" id="{E56D97C7-C0EC-4AC8-B8B4-E3C95E532920}"/>
                </a:ext>
              </a:extLst>
            </p:cNvPr>
            <p:cNvSpPr/>
            <p:nvPr/>
          </p:nvSpPr>
          <p:spPr>
            <a:xfrm>
              <a:off x="8597440" y="7579029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5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8" name="Google Shape;442;p22">
              <a:extLst>
                <a:ext uri="{FF2B5EF4-FFF2-40B4-BE49-F238E27FC236}">
                  <a16:creationId xmlns:a16="http://schemas.microsoft.com/office/drawing/2014/main" id="{6BDE3E2F-8838-47BD-A523-026E30CC4420}"/>
                </a:ext>
              </a:extLst>
            </p:cNvPr>
            <p:cNvCxnSpPr>
              <a:stCxn id="27" idx="1"/>
              <a:endCxn id="29" idx="6"/>
            </p:cNvCxnSpPr>
            <p:nvPr/>
          </p:nvCxnSpPr>
          <p:spPr>
            <a:xfrm rot="10800000">
              <a:off x="5791747" y="7232537"/>
              <a:ext cx="2805693" cy="7431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Google Shape;443;p22">
              <a:extLst>
                <a:ext uri="{FF2B5EF4-FFF2-40B4-BE49-F238E27FC236}">
                  <a16:creationId xmlns:a16="http://schemas.microsoft.com/office/drawing/2014/main" id="{0B9CD743-FCA1-4D35-8E24-C7FB344BA613}"/>
                </a:ext>
              </a:extLst>
            </p:cNvPr>
            <p:cNvSpPr/>
            <p:nvPr/>
          </p:nvSpPr>
          <p:spPr>
            <a:xfrm>
              <a:off x="5612232" y="7145906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" name="Hình ảnh 46">
            <a:extLst>
              <a:ext uri="{FF2B5EF4-FFF2-40B4-BE49-F238E27FC236}">
                <a16:creationId xmlns:a16="http://schemas.microsoft.com/office/drawing/2014/main" id="{4C8191C5-024F-4486-B32E-4190824DCA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43" y="4523160"/>
            <a:ext cx="2491114" cy="1925286"/>
          </a:xfrm>
          <a:prstGeom prst="rect">
            <a:avLst/>
          </a:prstGeom>
        </p:spPr>
      </p:pic>
      <p:sp>
        <p:nvSpPr>
          <p:cNvPr id="48" name="Hộp Văn bản 47">
            <a:extLst>
              <a:ext uri="{FF2B5EF4-FFF2-40B4-BE49-F238E27FC236}">
                <a16:creationId xmlns:a16="http://schemas.microsoft.com/office/drawing/2014/main" id="{EC879393-984E-4809-B367-44B4E03F6314}"/>
              </a:ext>
            </a:extLst>
          </p:cNvPr>
          <p:cNvSpPr txBox="1"/>
          <p:nvPr/>
        </p:nvSpPr>
        <p:spPr>
          <a:xfrm>
            <a:off x="11560766" y="252204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 xuất hiện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Hộp Văn bản 48">
            <a:extLst>
              <a:ext uri="{FF2B5EF4-FFF2-40B4-BE49-F238E27FC236}">
                <a16:creationId xmlns:a16="http://schemas.microsoft.com/office/drawing/2014/main" id="{3432F924-D8C7-4341-B6BB-E05BD2602209}"/>
              </a:ext>
            </a:extLst>
          </p:cNvPr>
          <p:cNvSpPr txBox="1"/>
          <p:nvPr/>
        </p:nvSpPr>
        <p:spPr>
          <a:xfrm>
            <a:off x="11552883" y="384603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hiện chính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Hộp Văn bản 49">
            <a:extLst>
              <a:ext uri="{FF2B5EF4-FFF2-40B4-BE49-F238E27FC236}">
                <a16:creationId xmlns:a16="http://schemas.microsoft.com/office/drawing/2014/main" id="{7F5AA70E-B741-48DC-AF39-3184F8EC4E0E}"/>
              </a:ext>
            </a:extLst>
          </p:cNvPr>
          <p:cNvSpPr txBox="1"/>
          <p:nvPr/>
        </p:nvSpPr>
        <p:spPr>
          <a:xfrm>
            <a:off x="11560766" y="5076613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kiện tiêu biểu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Hộp Văn bản 50">
            <a:extLst>
              <a:ext uri="{FF2B5EF4-FFF2-40B4-BE49-F238E27FC236}">
                <a16:creationId xmlns:a16="http://schemas.microsoft.com/office/drawing/2014/main" id="{05A86E4D-808C-440A-AFE8-0272B9DFC095}"/>
              </a:ext>
            </a:extLst>
          </p:cNvPr>
          <p:cNvSpPr txBox="1"/>
          <p:nvPr/>
        </p:nvSpPr>
        <p:spPr>
          <a:xfrm>
            <a:off x="11560766" y="63475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Hậu quả và tác động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Hộp Văn bản 51">
            <a:extLst>
              <a:ext uri="{FF2B5EF4-FFF2-40B4-BE49-F238E27FC236}">
                <a16:creationId xmlns:a16="http://schemas.microsoft.com/office/drawing/2014/main" id="{4CEB64A4-1237-4AE9-97C6-51DFCD3D1E4B}"/>
              </a:ext>
            </a:extLst>
          </p:cNvPr>
          <p:cNvSpPr txBox="1"/>
          <p:nvPr/>
        </p:nvSpPr>
        <p:spPr>
          <a:xfrm>
            <a:off x="11552883" y="768143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thúc Chiến tranh lạnh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Hình ảnh 39" descr="Ảnh có chứa đen&#10;&#10;Mô tả được tạo tự động">
            <a:extLst>
              <a:ext uri="{FF2B5EF4-FFF2-40B4-BE49-F238E27FC236}">
                <a16:creationId xmlns:a16="http://schemas.microsoft.com/office/drawing/2014/main" id="{B2B519E6-094E-4C60-AFED-6DBC534B9D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7008701" y="3412150"/>
            <a:ext cx="3276600" cy="3276600"/>
          </a:xfrm>
          <a:prstGeom prst="rect">
            <a:avLst/>
          </a:prstGeom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6D6F959B-3D54-4B1B-906B-07E4E466AABA}"/>
              </a:ext>
            </a:extLst>
          </p:cNvPr>
          <p:cNvSpPr txBox="1"/>
          <p:nvPr/>
        </p:nvSpPr>
        <p:spPr>
          <a:xfrm>
            <a:off x="19425079" y="3771900"/>
            <a:ext cx="7244921" cy="16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chemeClr val="bg1"/>
                </a:solidFill>
                <a:latin typeface="Muli Black" panose="020B0604020202020204" charset="-93"/>
              </a:rPr>
              <a:t>BẮT ĐẦU THUYẾT TRÌNH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BDAE002E-52B4-40BF-8A25-EFE9E23A865F}"/>
              </a:ext>
            </a:extLst>
          </p:cNvPr>
          <p:cNvSpPr txBox="1"/>
          <p:nvPr/>
        </p:nvSpPr>
        <p:spPr>
          <a:xfrm>
            <a:off x="25466472" y="5753100"/>
            <a:ext cx="5242128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2400">
                <a:solidFill>
                  <a:srgbClr val="000000"/>
                </a:solidFill>
                <a:latin typeface="League Spartan Bold"/>
              </a:rPr>
              <a:t>GROUP NAME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19200" y="1981200"/>
            <a:ext cx="6324600" cy="632460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9149255" y="3771900"/>
            <a:ext cx="7244921" cy="16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chemeClr val="bg1"/>
                </a:solidFill>
                <a:latin typeface="Muli Black" panose="020B0604020202020204" charset="-93"/>
              </a:rPr>
              <a:t>BẮT ĐẦU THUYẾT TRÌNH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64672" y="5753100"/>
            <a:ext cx="5242128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2400">
                <a:solidFill>
                  <a:srgbClr val="000000"/>
                </a:solidFill>
                <a:latin typeface="League Spartan Bold"/>
              </a:rPr>
              <a:t>AKATSUKI</a:t>
            </a:r>
          </a:p>
        </p:txBody>
      </p:sp>
      <p:pic>
        <p:nvPicPr>
          <p:cNvPr id="9" name="Hình ảnh 8" descr="Ảnh có chứa đen&#10;&#10;Mô tả được tạo tự động">
            <a:extLst>
              <a:ext uri="{FF2B5EF4-FFF2-40B4-BE49-F238E27FC236}">
                <a16:creationId xmlns:a16="http://schemas.microsoft.com/office/drawing/2014/main" id="{7656D063-F1B8-4317-8EF7-4BF35CF29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30" y="1859330"/>
            <a:ext cx="6636970" cy="663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1532" y="104433"/>
            <a:ext cx="3806743" cy="1018256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008619" y="568158"/>
            <a:ext cx="3806743" cy="3806728"/>
            <a:chOff x="0" y="0"/>
            <a:chExt cx="6350000" cy="6349975"/>
          </a:xfrm>
          <a:blipFill dpi="0" rotWithShape="1">
            <a:blip r:embed="rId2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474951" y="568158"/>
            <a:ext cx="1014995" cy="101499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D50816"/>
            </a:solidFill>
          </p:spPr>
          <p:txBody>
            <a:bodyPr/>
            <a:p/>
          </p:txBody>
        </p:sp>
      </p:grpSp>
      <p:sp>
        <p:nvSpPr>
          <p:cNvPr id="7" name="AutoShape 7"/>
          <p:cNvSpPr/>
          <p:nvPr/>
        </p:nvSpPr>
        <p:spPr>
          <a:xfrm>
            <a:off x="1835365" y="9226485"/>
            <a:ext cx="14617271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520143" y="9707939"/>
            <a:ext cx="924771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400" b="1" spc="4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 học thuyết trình</a:t>
            </a:r>
          </a:p>
        </p:txBody>
      </p:sp>
      <p:sp>
        <p:nvSpPr>
          <p:cNvPr id="9" name="AutoShape 9"/>
          <p:cNvSpPr/>
          <p:nvPr/>
        </p:nvSpPr>
        <p:spPr>
          <a:xfrm>
            <a:off x="4017238" y="5143500"/>
            <a:ext cx="2509480" cy="1044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7546307" y="2487168"/>
            <a:ext cx="7426993" cy="361188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Sau năm 1945, Mỹ và Liên Xô chuyển từ đồng minh thời chiến sang đối đầu.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Hai bên khác biệt sâu sắc về chế độ chính trị, kinh tế và mục tiêu đối ngoại.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Mỹ triển khai Học thuyết Truman (1947), chính sách ngăn chặn và Kế hoạch Marshall (1948).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Liên Xô củng cố ảnh hưởng tại Đông Âu và tập hợp các nước xã hội chủ nghĩa.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Sự hình thành hai khối đối lập làm quan hệ quốc tế ngày càng căng thẳng.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46307" y="971352"/>
            <a:ext cx="742699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5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46307" y="2053085"/>
            <a:ext cx="7426993" cy="30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800" b="1">
                <a:solidFill>
                  <a:srgbClr val="D508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 XUẤT HIỆN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7C60A04-76AF-4199-8688-ECBEE2353968}"/>
              </a:ext>
            </a:extLst>
          </p:cNvPr>
          <p:cNvSpPr/>
          <p:nvPr/>
        </p:nvSpPr>
        <p:spPr>
          <a:xfrm>
            <a:off x="0" y="4991100"/>
            <a:ext cx="4017238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med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fill="hold" nodeType="withEffect" p14:presetBounceEnd="99333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9333">
                                          <p:cBhvr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2291 -0.05988 L -0.01823 0.01774 " pathEditMode="relative" rAng="0" ptsTypes="AA">
                                          <p:cBhvr>
                                            <p:cTn id="1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4" y="387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8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2291 -0.05988 L -0.01823 0.01774 " pathEditMode="relative" rAng="0" ptsTypes="AA">
                                          <p:cBhvr>
                                            <p:cTn id="1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4" y="387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8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1532" y="0"/>
            <a:ext cx="14731066" cy="35230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3314700" y="1788499"/>
            <a:ext cx="7426993" cy="86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7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38252" y="4736592"/>
            <a:ext cx="10681531" cy="288036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Thành lập các liên minh quân sự: NATO (1949) và Hiệp ước Vác-sa-va (1955).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Đối đầu về kinh tế – chính trị giữa hai khối, tiêu biểu là Kế hoạch Marshall và SEV (1949).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Chạy đua vũ trang, đặc biệt về vũ khí hạt nhân, tên lửa và lực lượng quân sự.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Tăng cường căn cứ, viện trợ và ảnh hưởng tại nhiều khu vực trên thế giới.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Nhiều cuộc khủng hoảng và chiến tranh khu vực như Triều Tiên, Việt Nam, Cuba chịu tác động của đối đầu hai phe.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3616" y="3945834"/>
            <a:ext cx="10658771" cy="35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3400" b="1">
                <a:solidFill>
                  <a:srgbClr val="D508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HIỆN CHÍNH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373620" y="0"/>
            <a:ext cx="4634475" cy="4634457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866122" y="3309654"/>
            <a:ext cx="1014995" cy="1014995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314700" y="2964236"/>
            <a:ext cx="2509480" cy="10443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42 -0.01404 L 1.38889E-6 -4.32099E-6 " pathEditMode="relative" rAng="0" ptsTypes="AA">
                                      <p:cBhvr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10" y="694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8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8287 L -2.5E-6 2.34568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3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07789" y="-14487"/>
            <a:ext cx="7311630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24913" y="6947733"/>
            <a:ext cx="4786948" cy="75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3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198285" y="649256"/>
            <a:ext cx="1014995" cy="1014995"/>
            <a:chOff x="0" y="0"/>
            <a:chExt cx="6350000" cy="6350000"/>
          </a:xfrm>
          <a:solidFill>
            <a:schemeClr val="bg1"/>
          </a:solidFill>
        </p:grpSpPr>
        <p:sp>
          <p:nvSpPr>
            <p:cNvPr id="5" name="Freeform 5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sp>
        <p:nvSpPr>
          <p:cNvPr id="7" name="TextBox 7"/>
          <p:cNvSpPr txBox="1"/>
          <p:nvPr/>
        </p:nvSpPr>
        <p:spPr>
          <a:xfrm>
            <a:off x="9719186" y="1417320"/>
            <a:ext cx="6874155" cy="4983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1948–1949: Phong tỏa Berlin và cầu hàng không Berlin.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1950–1953: Chiến tranh Triều Tiên.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1961: Bức tường Berlin được xây dựng.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1962: Khủng hoảng tên lửa Cuba – một trong những thời điểm căng thẳng nhất của Chiến tranh lạnh.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Thập niên 1970: hòa dịu; đầu thập niên 1980: căng thẳng trở lại; cuối thập niên 1980: quan hệ Mỹ – Xô giảm căng thẳng.</a:t>
            </a: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5C096E2E-3B01-4DFF-BC5E-F3E4D9CB57E4}"/>
              </a:ext>
            </a:extLst>
          </p:cNvPr>
          <p:cNvSpPr/>
          <p:nvPr/>
        </p:nvSpPr>
        <p:spPr>
          <a:xfrm>
            <a:off x="9719186" y="1714501"/>
            <a:ext cx="5139814" cy="76199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7022A428-9788-4A18-B592-F136A574B4BE}"/>
              </a:ext>
            </a:extLst>
          </p:cNvPr>
          <p:cNvSpPr txBox="1"/>
          <p:nvPr/>
        </p:nvSpPr>
        <p:spPr>
          <a:xfrm>
            <a:off x="2193480" y="8272368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SỰ KIỆN TIÊU BIỂU</a:t>
            </a:r>
            <a:endParaRPr lang="vi-VN" sz="3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25C1C645-8653-49E3-8773-26303EF427A7}"/>
              </a:ext>
            </a:extLst>
          </p:cNvPr>
          <p:cNvSpPr/>
          <p:nvPr/>
        </p:nvSpPr>
        <p:spPr>
          <a:xfrm>
            <a:off x="2324913" y="7934669"/>
            <a:ext cx="2509480" cy="104431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/>
          </a:p>
        </p:txBody>
      </p: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8EA9210D-F230-4D35-B214-6B1B92E286EF}"/>
              </a:ext>
            </a:extLst>
          </p:cNvPr>
          <p:cNvGrpSpPr/>
          <p:nvPr/>
        </p:nvGrpSpPr>
        <p:grpSpPr>
          <a:xfrm>
            <a:off x="3095462" y="1546080"/>
            <a:ext cx="4016399" cy="5051590"/>
            <a:chOff x="3095462" y="1546080"/>
            <a:chExt cx="4016399" cy="5051590"/>
          </a:xfrm>
        </p:grpSpPr>
        <p:sp>
          <p:nvSpPr>
            <p:cNvPr id="17" name="Hình chữ nhật: Góc Tròn 16">
              <a:extLst>
                <a:ext uri="{FF2B5EF4-FFF2-40B4-BE49-F238E27FC236}">
                  <a16:creationId xmlns:a16="http://schemas.microsoft.com/office/drawing/2014/main" id="{A70291AE-8D94-469E-BB5A-1AE98C6C5636}"/>
                </a:ext>
              </a:extLst>
            </p:cNvPr>
            <p:cNvSpPr/>
            <p:nvPr/>
          </p:nvSpPr>
          <p:spPr>
            <a:xfrm>
              <a:off x="3095462" y="1546080"/>
              <a:ext cx="3890432" cy="4922430"/>
            </a:xfrm>
            <a:prstGeom prst="roundRect">
              <a:avLst>
                <a:gd name="adj" fmla="val 98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8006AF23-0607-48B6-887D-792DC42D09EB}"/>
                </a:ext>
              </a:extLst>
            </p:cNvPr>
            <p:cNvSpPr/>
            <p:nvPr/>
          </p:nvSpPr>
          <p:spPr>
            <a:xfrm>
              <a:off x="3221429" y="1675240"/>
              <a:ext cx="3890432" cy="4922430"/>
            </a:xfrm>
            <a:prstGeom prst="roundRect">
              <a:avLst>
                <a:gd name="adj" fmla="val 9843"/>
              </a:avLst>
            </a:prstGeom>
            <a:blipFill dpi="0"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895" r="-4489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7529D33C-89FC-4861-B2D2-852CBDDE4C8B}"/>
              </a:ext>
            </a:extLst>
          </p:cNvPr>
          <p:cNvSpPr/>
          <p:nvPr/>
        </p:nvSpPr>
        <p:spPr>
          <a:xfrm>
            <a:off x="0" y="-14487"/>
            <a:ext cx="1807789" cy="10287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25183" y="18952"/>
            <a:ext cx="5149524" cy="10301904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520143" y="9707939"/>
            <a:ext cx="924771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100" spc="450">
                <a:solidFill>
                  <a:srgbClr val="FFFFFF"/>
                </a:solidFill>
                <a:latin typeface="League Spartan Bold"/>
              </a:rPr>
              <a:t>AKATSUKI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511722" y="7756311"/>
            <a:ext cx="1014995" cy="101499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7" name="AutoShape 7"/>
          <p:cNvSpPr/>
          <p:nvPr/>
        </p:nvSpPr>
        <p:spPr>
          <a:xfrm>
            <a:off x="4565227" y="6039353"/>
            <a:ext cx="2509480" cy="10443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2438400" y="1231170"/>
            <a:ext cx="3851582" cy="426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4800" b="1" spc="11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38400" y="1786380"/>
            <a:ext cx="2624843" cy="2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HẬU QUẢ &amp; KẾT THÚC</a:t>
            </a:r>
          </a:p>
        </p:txBody>
      </p:sp>
      <p:grpSp>
        <p:nvGrpSpPr>
          <p:cNvPr id="163" name="Nhóm 162">
            <a:extLst>
              <a:ext uri="{FF2B5EF4-FFF2-40B4-BE49-F238E27FC236}">
                <a16:creationId xmlns:a16="http://schemas.microsoft.com/office/drawing/2014/main" id="{8000E6F1-411F-4C1B-9695-5E4CFFE99A11}"/>
              </a:ext>
            </a:extLst>
          </p:cNvPr>
          <p:cNvGrpSpPr/>
          <p:nvPr/>
        </p:nvGrpSpPr>
        <p:grpSpPr>
          <a:xfrm>
            <a:off x="8728944" y="3516261"/>
            <a:ext cx="7196857" cy="2198464"/>
            <a:chOff x="8728944" y="3516261"/>
            <a:chExt cx="7196857" cy="2198464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728944" y="3516261"/>
              <a:ext cx="2198464" cy="2198464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1125200" y="3874261"/>
              <a:ext cx="3717275" cy="371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6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 THÚC</a:t>
              </a:r>
            </a:p>
          </p:txBody>
        </p:sp>
        <p:sp>
          <p:nvSpPr>
            <p:cNvPr id="158" name="Hình tự do: Hình 157">
              <a:extLst>
                <a:ext uri="{FF2B5EF4-FFF2-40B4-BE49-F238E27FC236}">
                  <a16:creationId xmlns:a16="http://schemas.microsoft.com/office/drawing/2014/main" id="{C9172AAE-1B2D-4795-8A97-9B4CA0845647}"/>
                </a:ext>
              </a:extLst>
            </p:cNvPr>
            <p:cNvSpPr/>
            <p:nvPr/>
          </p:nvSpPr>
          <p:spPr>
            <a:xfrm>
              <a:off x="9342301" y="4109545"/>
              <a:ext cx="1049198" cy="1012399"/>
            </a:xfrm>
            <a:custGeom>
              <a:avLst/>
              <a:gdLst>
                <a:gd name="connsiteX0" fmla="*/ 769089 w 1049198"/>
                <a:gd name="connsiteY0" fmla="*/ 952255 h 1012399"/>
                <a:gd name="connsiteX1" fmla="*/ 768682 w 1049198"/>
                <a:gd name="connsiteY1" fmla="*/ 954439 h 1012399"/>
                <a:gd name="connsiteX2" fmla="*/ 558280 w 1049198"/>
                <a:gd name="connsiteY2" fmla="*/ 954439 h 1012399"/>
                <a:gd name="connsiteX3" fmla="*/ 565460 w 1049198"/>
                <a:gd name="connsiteY3" fmla="*/ 743444 h 1012399"/>
                <a:gd name="connsiteX4" fmla="*/ 568495 w 1049198"/>
                <a:gd name="connsiteY4" fmla="*/ 743000 h 1012399"/>
                <a:gd name="connsiteX5" fmla="*/ 570975 w 1049198"/>
                <a:gd name="connsiteY5" fmla="*/ 743129 h 1012399"/>
                <a:gd name="connsiteX6" fmla="*/ 818780 w 1049198"/>
                <a:gd name="connsiteY6" fmla="*/ 743129 h 1012399"/>
                <a:gd name="connsiteX7" fmla="*/ 769089 w 1049198"/>
                <a:gd name="connsiteY7" fmla="*/ 952255 h 1012399"/>
                <a:gd name="connsiteX8" fmla="*/ 826941 w 1049198"/>
                <a:gd name="connsiteY8" fmla="*/ 647987 h 1012399"/>
                <a:gd name="connsiteX9" fmla="*/ 872097 w 1049198"/>
                <a:gd name="connsiteY9" fmla="*/ 685166 h 1012399"/>
                <a:gd name="connsiteX10" fmla="*/ 572123 w 1049198"/>
                <a:gd name="connsiteY10" fmla="*/ 685166 h 1012399"/>
                <a:gd name="connsiteX11" fmla="*/ 537201 w 1049198"/>
                <a:gd name="connsiteY11" fmla="*/ 656204 h 1012399"/>
                <a:gd name="connsiteX12" fmla="*/ 826941 w 1049198"/>
                <a:gd name="connsiteY12" fmla="*/ 647987 h 1012399"/>
                <a:gd name="connsiteX13" fmla="*/ 500317 w 1049198"/>
                <a:gd name="connsiteY13" fmla="*/ 954439 h 1012399"/>
                <a:gd name="connsiteX14" fmla="*/ 180540 w 1049198"/>
                <a:gd name="connsiteY14" fmla="*/ 954439 h 1012399"/>
                <a:gd name="connsiteX15" fmla="*/ 180281 w 1049198"/>
                <a:gd name="connsiteY15" fmla="*/ 952255 h 1012399"/>
                <a:gd name="connsiteX16" fmla="*/ 134932 w 1049198"/>
                <a:gd name="connsiteY16" fmla="*/ 681095 h 1012399"/>
                <a:gd name="connsiteX17" fmla="*/ 153852 w 1049198"/>
                <a:gd name="connsiteY17" fmla="*/ 658110 h 1012399"/>
                <a:gd name="connsiteX18" fmla="*/ 172101 w 1049198"/>
                <a:gd name="connsiteY18" fmla="*/ 759785 h 1012399"/>
                <a:gd name="connsiteX19" fmla="*/ 200046 w 1049198"/>
                <a:gd name="connsiteY19" fmla="*/ 752087 h 1012399"/>
                <a:gd name="connsiteX20" fmla="*/ 177931 w 1049198"/>
                <a:gd name="connsiteY20" fmla="*/ 628851 h 1012399"/>
                <a:gd name="connsiteX21" fmla="*/ 273555 w 1049198"/>
                <a:gd name="connsiteY21" fmla="*/ 512703 h 1012399"/>
                <a:gd name="connsiteX22" fmla="*/ 508719 w 1049198"/>
                <a:gd name="connsiteY22" fmla="*/ 707578 h 1012399"/>
                <a:gd name="connsiteX23" fmla="*/ 500317 w 1049198"/>
                <a:gd name="connsiteY23" fmla="*/ 954439 h 1012399"/>
                <a:gd name="connsiteX24" fmla="*/ 215036 w 1049198"/>
                <a:gd name="connsiteY24" fmla="*/ 243190 h 1012399"/>
                <a:gd name="connsiteX25" fmla="*/ 243722 w 1049198"/>
                <a:gd name="connsiteY25" fmla="*/ 214301 h 1012399"/>
                <a:gd name="connsiteX26" fmla="*/ 246516 w 1049198"/>
                <a:gd name="connsiteY26" fmla="*/ 286995 h 1012399"/>
                <a:gd name="connsiteX27" fmla="*/ 261007 w 1049198"/>
                <a:gd name="connsiteY27" fmla="*/ 286995 h 1012399"/>
                <a:gd name="connsiteX28" fmla="*/ 257620 w 1049198"/>
                <a:gd name="connsiteY28" fmla="*/ 199033 h 1012399"/>
                <a:gd name="connsiteX29" fmla="*/ 339401 w 1049198"/>
                <a:gd name="connsiteY29" fmla="*/ 84170 h 1012399"/>
                <a:gd name="connsiteX30" fmla="*/ 479534 w 1049198"/>
                <a:gd name="connsiteY30" fmla="*/ 239156 h 1012399"/>
                <a:gd name="connsiteX31" fmla="*/ 479534 w 1049198"/>
                <a:gd name="connsiteY31" fmla="*/ 506984 h 1012399"/>
                <a:gd name="connsiteX32" fmla="*/ 454901 w 1049198"/>
                <a:gd name="connsiteY32" fmla="*/ 497028 h 1012399"/>
                <a:gd name="connsiteX33" fmla="*/ 454550 w 1049198"/>
                <a:gd name="connsiteY33" fmla="*/ 495843 h 1012399"/>
                <a:gd name="connsiteX34" fmla="*/ 452866 w 1049198"/>
                <a:gd name="connsiteY34" fmla="*/ 495917 h 1012399"/>
                <a:gd name="connsiteX35" fmla="*/ 404267 w 1049198"/>
                <a:gd name="connsiteY35" fmla="*/ 445413 h 1012399"/>
                <a:gd name="connsiteX36" fmla="*/ 382374 w 1049198"/>
                <a:gd name="connsiteY36" fmla="*/ 442526 h 1012399"/>
                <a:gd name="connsiteX37" fmla="*/ 382337 w 1049198"/>
                <a:gd name="connsiteY37" fmla="*/ 441841 h 1012399"/>
                <a:gd name="connsiteX38" fmla="*/ 273684 w 1049198"/>
                <a:gd name="connsiteY38" fmla="*/ 441767 h 1012399"/>
                <a:gd name="connsiteX39" fmla="*/ 257657 w 1049198"/>
                <a:gd name="connsiteY39" fmla="*/ 446560 h 1012399"/>
                <a:gd name="connsiteX40" fmla="*/ 246368 w 1049198"/>
                <a:gd name="connsiteY40" fmla="*/ 454962 h 1012399"/>
                <a:gd name="connsiteX41" fmla="*/ 215055 w 1049198"/>
                <a:gd name="connsiteY41" fmla="*/ 492975 h 1012399"/>
                <a:gd name="connsiteX42" fmla="*/ 215055 w 1049198"/>
                <a:gd name="connsiteY42" fmla="*/ 243653 h 1012399"/>
                <a:gd name="connsiteX43" fmla="*/ 215036 w 1049198"/>
                <a:gd name="connsiteY43" fmla="*/ 243190 h 1012399"/>
                <a:gd name="connsiteX44" fmla="*/ 728930 w 1049198"/>
                <a:gd name="connsiteY44" fmla="*/ 526620 h 1012399"/>
                <a:gd name="connsiteX45" fmla="*/ 681275 w 1049198"/>
                <a:gd name="connsiteY45" fmla="*/ 527527 h 1012399"/>
                <a:gd name="connsiteX46" fmla="*/ 683403 w 1049198"/>
                <a:gd name="connsiteY46" fmla="*/ 529174 h 1012399"/>
                <a:gd name="connsiteX47" fmla="*/ 537497 w 1049198"/>
                <a:gd name="connsiteY47" fmla="*/ 530155 h 1012399"/>
                <a:gd name="connsiteX48" fmla="*/ 537497 w 1049198"/>
                <a:gd name="connsiteY48" fmla="*/ 298969 h 1012399"/>
                <a:gd name="connsiteX49" fmla="*/ 538274 w 1049198"/>
                <a:gd name="connsiteY49" fmla="*/ 299117 h 1012399"/>
                <a:gd name="connsiteX50" fmla="*/ 728930 w 1049198"/>
                <a:gd name="connsiteY50" fmla="*/ 306742 h 1012399"/>
                <a:gd name="connsiteX51" fmla="*/ 728930 w 1049198"/>
                <a:gd name="connsiteY51" fmla="*/ 526620 h 1012399"/>
                <a:gd name="connsiteX52" fmla="*/ 483272 w 1049198"/>
                <a:gd name="connsiteY52" fmla="*/ 559506 h 1012399"/>
                <a:gd name="connsiteX53" fmla="*/ 533943 w 1049198"/>
                <a:gd name="connsiteY53" fmla="*/ 559155 h 1012399"/>
                <a:gd name="connsiteX54" fmla="*/ 719029 w 1049198"/>
                <a:gd name="connsiteY54" fmla="*/ 557915 h 1012399"/>
                <a:gd name="connsiteX55" fmla="*/ 793481 w 1049198"/>
                <a:gd name="connsiteY55" fmla="*/ 619967 h 1012399"/>
                <a:gd name="connsiteX56" fmla="*/ 503370 w 1049198"/>
                <a:gd name="connsiteY56" fmla="*/ 628184 h 1012399"/>
                <a:gd name="connsiteX57" fmla="*/ 420997 w 1049198"/>
                <a:gd name="connsiteY57" fmla="*/ 559913 h 1012399"/>
                <a:gd name="connsiteX58" fmla="*/ 483272 w 1049198"/>
                <a:gd name="connsiteY58" fmla="*/ 559506 h 1012399"/>
                <a:gd name="connsiteX59" fmla="*/ 729540 w 1049198"/>
                <a:gd name="connsiteY59" fmla="*/ 248890 h 1012399"/>
                <a:gd name="connsiteX60" fmla="*/ 562314 w 1049198"/>
                <a:gd name="connsiteY60" fmla="*/ 244375 h 1012399"/>
                <a:gd name="connsiteX61" fmla="*/ 530760 w 1049198"/>
                <a:gd name="connsiteY61" fmla="*/ 209489 h 1012399"/>
                <a:gd name="connsiteX62" fmla="*/ 701299 w 1049198"/>
                <a:gd name="connsiteY62" fmla="*/ 198200 h 1012399"/>
                <a:gd name="connsiteX63" fmla="*/ 735092 w 1049198"/>
                <a:gd name="connsiteY63" fmla="*/ 237194 h 1012399"/>
                <a:gd name="connsiteX64" fmla="*/ 729540 w 1049198"/>
                <a:gd name="connsiteY64" fmla="*/ 248890 h 1012399"/>
                <a:gd name="connsiteX65" fmla="*/ 638728 w 1049198"/>
                <a:gd name="connsiteY65" fmla="*/ 126019 h 1012399"/>
                <a:gd name="connsiteX66" fmla="*/ 677537 w 1049198"/>
                <a:gd name="connsiteY66" fmla="*/ 170774 h 1012399"/>
                <a:gd name="connsiteX67" fmla="*/ 506035 w 1049198"/>
                <a:gd name="connsiteY67" fmla="*/ 182137 h 1012399"/>
                <a:gd name="connsiteX68" fmla="*/ 464358 w 1049198"/>
                <a:gd name="connsiteY68" fmla="*/ 136031 h 1012399"/>
                <a:gd name="connsiteX69" fmla="*/ 638728 w 1049198"/>
                <a:gd name="connsiteY69" fmla="*/ 126019 h 1012399"/>
                <a:gd name="connsiteX70" fmla="*/ 600142 w 1049198"/>
                <a:gd name="connsiteY70" fmla="*/ 81494 h 1012399"/>
                <a:gd name="connsiteX71" fmla="*/ 614799 w 1049198"/>
                <a:gd name="connsiteY71" fmla="*/ 98411 h 1012399"/>
                <a:gd name="connsiteX72" fmla="*/ 439430 w 1049198"/>
                <a:gd name="connsiteY72" fmla="*/ 108480 h 1012399"/>
                <a:gd name="connsiteX73" fmla="*/ 398919 w 1049198"/>
                <a:gd name="connsiteY73" fmla="*/ 63668 h 1012399"/>
                <a:gd name="connsiteX74" fmla="*/ 600142 w 1049198"/>
                <a:gd name="connsiteY74" fmla="*/ 81494 h 1012399"/>
                <a:gd name="connsiteX75" fmla="*/ 409653 w 1049198"/>
                <a:gd name="connsiteY75" fmla="*/ 500059 h 1012399"/>
                <a:gd name="connsiteX76" fmla="*/ 458714 w 1049198"/>
                <a:gd name="connsiteY76" fmla="*/ 530688 h 1012399"/>
                <a:gd name="connsiteX77" fmla="*/ 386297 w 1049198"/>
                <a:gd name="connsiteY77" fmla="*/ 531169 h 1012399"/>
                <a:gd name="connsiteX78" fmla="*/ 348210 w 1049198"/>
                <a:gd name="connsiteY78" fmla="*/ 499615 h 1012399"/>
                <a:gd name="connsiteX79" fmla="*/ 409653 w 1049198"/>
                <a:gd name="connsiteY79" fmla="*/ 500059 h 1012399"/>
                <a:gd name="connsiteX80" fmla="*/ 828125 w 1049198"/>
                <a:gd name="connsiteY80" fmla="*/ 954435 h 1012399"/>
                <a:gd name="connsiteX81" fmla="*/ 878334 w 1049198"/>
                <a:gd name="connsiteY81" fmla="*/ 743126 h 1012399"/>
                <a:gd name="connsiteX82" fmla="*/ 944866 w 1049198"/>
                <a:gd name="connsiteY82" fmla="*/ 743126 h 1012399"/>
                <a:gd name="connsiteX83" fmla="*/ 972348 w 1049198"/>
                <a:gd name="connsiteY83" fmla="*/ 720085 h 1012399"/>
                <a:gd name="connsiteX84" fmla="*/ 962391 w 1049198"/>
                <a:gd name="connsiteY84" fmla="*/ 683312 h 1012399"/>
                <a:gd name="connsiteX85" fmla="*/ 786337 w 1049198"/>
                <a:gd name="connsiteY85" fmla="*/ 539460 h 1012399"/>
                <a:gd name="connsiteX86" fmla="*/ 786893 w 1049198"/>
                <a:gd name="connsiteY86" fmla="*/ 533445 h 1012399"/>
                <a:gd name="connsiteX87" fmla="*/ 786893 w 1049198"/>
                <a:gd name="connsiteY87" fmla="*/ 299188 h 1012399"/>
                <a:gd name="connsiteX88" fmla="*/ 808286 w 1049198"/>
                <a:gd name="connsiteY88" fmla="*/ 294913 h 1012399"/>
                <a:gd name="connsiteX89" fmla="*/ 819094 w 1049198"/>
                <a:gd name="connsiteY89" fmla="*/ 245962 h 1012399"/>
                <a:gd name="connsiteX90" fmla="*/ 817799 w 1049198"/>
                <a:gd name="connsiteY90" fmla="*/ 244315 h 1012399"/>
                <a:gd name="connsiteX91" fmla="*/ 637451 w 1049198"/>
                <a:gd name="connsiteY91" fmla="*/ 36245 h 1012399"/>
                <a:gd name="connsiteX92" fmla="*/ 622923 w 1049198"/>
                <a:gd name="connsiteY92" fmla="*/ 27228 h 1012399"/>
                <a:gd name="connsiteX93" fmla="*/ 613004 w 1049198"/>
                <a:gd name="connsiteY93" fmla="*/ 24691 h 1012399"/>
                <a:gd name="connsiteX94" fmla="*/ 337532 w 1049198"/>
                <a:gd name="connsiteY94" fmla="*/ 148 h 1012399"/>
                <a:gd name="connsiteX95" fmla="*/ 310827 w 1049198"/>
                <a:gd name="connsiteY95" fmla="*/ 18134 h 1012399"/>
                <a:gd name="connsiteX96" fmla="*/ 304590 w 1049198"/>
                <a:gd name="connsiteY96" fmla="*/ 26549 h 1012399"/>
                <a:gd name="connsiteX97" fmla="*/ 111047 w 1049198"/>
                <a:gd name="connsiteY97" fmla="*/ 255884 h 1012399"/>
                <a:gd name="connsiteX98" fmla="*/ 140295 w 1049198"/>
                <a:gd name="connsiteY98" fmla="*/ 305926 h 1012399"/>
                <a:gd name="connsiteX99" fmla="*/ 157096 w 1049198"/>
                <a:gd name="connsiteY99" fmla="*/ 293156 h 1012399"/>
                <a:gd name="connsiteX100" fmla="*/ 157096 w 1049198"/>
                <a:gd name="connsiteY100" fmla="*/ 545846 h 1012399"/>
                <a:gd name="connsiteX101" fmla="*/ 160312 w 1049198"/>
                <a:gd name="connsiteY101" fmla="*/ 559486 h 1012399"/>
                <a:gd name="connsiteX102" fmla="*/ 54637 w 1049198"/>
                <a:gd name="connsiteY102" fmla="*/ 687848 h 1012399"/>
                <a:gd name="connsiteX103" fmla="*/ 85753 w 1049198"/>
                <a:gd name="connsiteY103" fmla="*/ 736669 h 1012399"/>
                <a:gd name="connsiteX104" fmla="*/ 122179 w 1049198"/>
                <a:gd name="connsiteY104" fmla="*/ 954437 h 1012399"/>
                <a:gd name="connsiteX105" fmla="*/ 0 w 1049198"/>
                <a:gd name="connsiteY105" fmla="*/ 954437 h 1012399"/>
                <a:gd name="connsiteX106" fmla="*/ 0 w 1049198"/>
                <a:gd name="connsiteY106" fmla="*/ 1012400 h 1012399"/>
                <a:gd name="connsiteX107" fmla="*/ 1049199 w 1049198"/>
                <a:gd name="connsiteY107" fmla="*/ 1012400 h 1012399"/>
                <a:gd name="connsiteX108" fmla="*/ 1049199 w 1049198"/>
                <a:gd name="connsiteY108" fmla="*/ 954437 h 1012399"/>
                <a:gd name="connsiteX109" fmla="*/ 828118 w 1049198"/>
                <a:gd name="connsiteY109" fmla="*/ 954437 h 1012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049198" h="1012399">
                  <a:moveTo>
                    <a:pt x="769089" y="952255"/>
                  </a:moveTo>
                  <a:cubicBezTo>
                    <a:pt x="768923" y="952995"/>
                    <a:pt x="768812" y="953717"/>
                    <a:pt x="768682" y="954439"/>
                  </a:cubicBezTo>
                  <a:lnTo>
                    <a:pt x="558280" y="954439"/>
                  </a:lnTo>
                  <a:cubicBezTo>
                    <a:pt x="560667" y="884113"/>
                    <a:pt x="563073" y="813769"/>
                    <a:pt x="565460" y="743444"/>
                  </a:cubicBezTo>
                  <a:cubicBezTo>
                    <a:pt x="566478" y="743333"/>
                    <a:pt x="567496" y="743203"/>
                    <a:pt x="568495" y="743000"/>
                  </a:cubicBezTo>
                  <a:cubicBezTo>
                    <a:pt x="569310" y="743055"/>
                    <a:pt x="570124" y="743129"/>
                    <a:pt x="570975" y="743129"/>
                  </a:cubicBezTo>
                  <a:lnTo>
                    <a:pt x="818780" y="743129"/>
                  </a:lnTo>
                  <a:cubicBezTo>
                    <a:pt x="802216" y="812826"/>
                    <a:pt x="785653" y="882540"/>
                    <a:pt x="769089" y="952255"/>
                  </a:cubicBezTo>
                  <a:close/>
                  <a:moveTo>
                    <a:pt x="826941" y="647987"/>
                  </a:moveTo>
                  <a:cubicBezTo>
                    <a:pt x="841913" y="660479"/>
                    <a:pt x="856959" y="672860"/>
                    <a:pt x="872097" y="685166"/>
                  </a:cubicBezTo>
                  <a:lnTo>
                    <a:pt x="572123" y="685166"/>
                  </a:lnTo>
                  <a:cubicBezTo>
                    <a:pt x="560482" y="675506"/>
                    <a:pt x="548841" y="665864"/>
                    <a:pt x="537201" y="656204"/>
                  </a:cubicBezTo>
                  <a:cubicBezTo>
                    <a:pt x="633768" y="653465"/>
                    <a:pt x="730355" y="650726"/>
                    <a:pt x="826941" y="647987"/>
                  </a:cubicBezTo>
                  <a:close/>
                  <a:moveTo>
                    <a:pt x="500317" y="954439"/>
                  </a:moveTo>
                  <a:lnTo>
                    <a:pt x="180540" y="954439"/>
                  </a:lnTo>
                  <a:cubicBezTo>
                    <a:pt x="180466" y="953717"/>
                    <a:pt x="180410" y="952995"/>
                    <a:pt x="180281" y="952255"/>
                  </a:cubicBezTo>
                  <a:cubicBezTo>
                    <a:pt x="165179" y="861868"/>
                    <a:pt x="150048" y="771482"/>
                    <a:pt x="134932" y="681095"/>
                  </a:cubicBezTo>
                  <a:cubicBezTo>
                    <a:pt x="141236" y="673433"/>
                    <a:pt x="147546" y="665771"/>
                    <a:pt x="153852" y="658110"/>
                  </a:cubicBezTo>
                  <a:cubicBezTo>
                    <a:pt x="159942" y="691995"/>
                    <a:pt x="166031" y="725900"/>
                    <a:pt x="172101" y="759785"/>
                  </a:cubicBezTo>
                  <a:cubicBezTo>
                    <a:pt x="175395" y="778163"/>
                    <a:pt x="203340" y="770353"/>
                    <a:pt x="200046" y="752087"/>
                  </a:cubicBezTo>
                  <a:cubicBezTo>
                    <a:pt x="192680" y="711002"/>
                    <a:pt x="185296" y="669935"/>
                    <a:pt x="177931" y="628851"/>
                  </a:cubicBezTo>
                  <a:lnTo>
                    <a:pt x="273555" y="512703"/>
                  </a:lnTo>
                  <a:cubicBezTo>
                    <a:pt x="351949" y="577661"/>
                    <a:pt x="430325" y="642620"/>
                    <a:pt x="508719" y="707578"/>
                  </a:cubicBezTo>
                  <a:cubicBezTo>
                    <a:pt x="505906" y="789859"/>
                    <a:pt x="503111" y="872158"/>
                    <a:pt x="500317" y="954439"/>
                  </a:cubicBezTo>
                  <a:close/>
                  <a:moveTo>
                    <a:pt x="215036" y="243190"/>
                  </a:moveTo>
                  <a:cubicBezTo>
                    <a:pt x="224900" y="233807"/>
                    <a:pt x="234468" y="224184"/>
                    <a:pt x="243722" y="214301"/>
                  </a:cubicBezTo>
                  <a:cubicBezTo>
                    <a:pt x="244666" y="238545"/>
                    <a:pt x="245591" y="262770"/>
                    <a:pt x="246516" y="286995"/>
                  </a:cubicBezTo>
                  <a:cubicBezTo>
                    <a:pt x="246868" y="296323"/>
                    <a:pt x="261377" y="296360"/>
                    <a:pt x="261007" y="286995"/>
                  </a:cubicBezTo>
                  <a:cubicBezTo>
                    <a:pt x="259897" y="257681"/>
                    <a:pt x="258749" y="228366"/>
                    <a:pt x="257620" y="199033"/>
                  </a:cubicBezTo>
                  <a:cubicBezTo>
                    <a:pt x="288545" y="164037"/>
                    <a:pt x="315805" y="125954"/>
                    <a:pt x="339401" y="84170"/>
                  </a:cubicBezTo>
                  <a:cubicBezTo>
                    <a:pt x="386112" y="135829"/>
                    <a:pt x="432823" y="187485"/>
                    <a:pt x="479534" y="239156"/>
                  </a:cubicBezTo>
                  <a:lnTo>
                    <a:pt x="479534" y="506984"/>
                  </a:lnTo>
                  <a:cubicBezTo>
                    <a:pt x="470873" y="504504"/>
                    <a:pt x="462637" y="501173"/>
                    <a:pt x="454901" y="497028"/>
                  </a:cubicBezTo>
                  <a:cubicBezTo>
                    <a:pt x="454809" y="496639"/>
                    <a:pt x="454624" y="496250"/>
                    <a:pt x="454550" y="495843"/>
                  </a:cubicBezTo>
                  <a:cubicBezTo>
                    <a:pt x="453976" y="495899"/>
                    <a:pt x="453421" y="495880"/>
                    <a:pt x="452866" y="495917"/>
                  </a:cubicBezTo>
                  <a:cubicBezTo>
                    <a:pt x="432471" y="484499"/>
                    <a:pt x="415741" y="467380"/>
                    <a:pt x="404267" y="445413"/>
                  </a:cubicBezTo>
                  <a:cubicBezTo>
                    <a:pt x="399215" y="435734"/>
                    <a:pt x="388611" y="436751"/>
                    <a:pt x="382374" y="442526"/>
                  </a:cubicBezTo>
                  <a:cubicBezTo>
                    <a:pt x="382374" y="442303"/>
                    <a:pt x="382337" y="442063"/>
                    <a:pt x="382337" y="441841"/>
                  </a:cubicBezTo>
                  <a:cubicBezTo>
                    <a:pt x="346119" y="441545"/>
                    <a:pt x="309902" y="441434"/>
                    <a:pt x="273684" y="441767"/>
                  </a:cubicBezTo>
                  <a:cubicBezTo>
                    <a:pt x="267207" y="441841"/>
                    <a:pt x="261895" y="443654"/>
                    <a:pt x="257657" y="446560"/>
                  </a:cubicBezTo>
                  <a:cubicBezTo>
                    <a:pt x="253715" y="448022"/>
                    <a:pt x="249847" y="450724"/>
                    <a:pt x="246368" y="454962"/>
                  </a:cubicBezTo>
                  <a:cubicBezTo>
                    <a:pt x="235930" y="467639"/>
                    <a:pt x="225493" y="480298"/>
                    <a:pt x="215055" y="492975"/>
                  </a:cubicBezTo>
                  <a:lnTo>
                    <a:pt x="215055" y="243653"/>
                  </a:lnTo>
                  <a:cubicBezTo>
                    <a:pt x="215055" y="243486"/>
                    <a:pt x="215055" y="243357"/>
                    <a:pt x="215036" y="243190"/>
                  </a:cubicBezTo>
                  <a:close/>
                  <a:moveTo>
                    <a:pt x="728930" y="526620"/>
                  </a:moveTo>
                  <a:cubicBezTo>
                    <a:pt x="713051" y="527008"/>
                    <a:pt x="697172" y="527360"/>
                    <a:pt x="681275" y="527527"/>
                  </a:cubicBezTo>
                  <a:cubicBezTo>
                    <a:pt x="681978" y="528082"/>
                    <a:pt x="682700" y="528619"/>
                    <a:pt x="683403" y="529174"/>
                  </a:cubicBezTo>
                  <a:cubicBezTo>
                    <a:pt x="634786" y="529507"/>
                    <a:pt x="586132" y="529840"/>
                    <a:pt x="537497" y="530155"/>
                  </a:cubicBezTo>
                  <a:lnTo>
                    <a:pt x="537497" y="298969"/>
                  </a:lnTo>
                  <a:cubicBezTo>
                    <a:pt x="537774" y="299025"/>
                    <a:pt x="538015" y="299080"/>
                    <a:pt x="538274" y="299117"/>
                  </a:cubicBezTo>
                  <a:cubicBezTo>
                    <a:pt x="601104" y="307926"/>
                    <a:pt x="665470" y="311979"/>
                    <a:pt x="728930" y="306742"/>
                  </a:cubicBezTo>
                  <a:lnTo>
                    <a:pt x="728930" y="526620"/>
                  </a:lnTo>
                  <a:close/>
                  <a:moveTo>
                    <a:pt x="483272" y="559506"/>
                  </a:moveTo>
                  <a:cubicBezTo>
                    <a:pt x="493802" y="577439"/>
                    <a:pt x="523635" y="577328"/>
                    <a:pt x="533943" y="559155"/>
                  </a:cubicBezTo>
                  <a:cubicBezTo>
                    <a:pt x="595626" y="558747"/>
                    <a:pt x="657327" y="558340"/>
                    <a:pt x="719029" y="557915"/>
                  </a:cubicBezTo>
                  <a:cubicBezTo>
                    <a:pt x="744013" y="578383"/>
                    <a:pt x="768738" y="599184"/>
                    <a:pt x="793481" y="619967"/>
                  </a:cubicBezTo>
                  <a:cubicBezTo>
                    <a:pt x="696784" y="622706"/>
                    <a:pt x="600086" y="625445"/>
                    <a:pt x="503370" y="628184"/>
                  </a:cubicBezTo>
                  <a:cubicBezTo>
                    <a:pt x="475906" y="605440"/>
                    <a:pt x="448461" y="582677"/>
                    <a:pt x="420997" y="559913"/>
                  </a:cubicBezTo>
                  <a:cubicBezTo>
                    <a:pt x="441762" y="559784"/>
                    <a:pt x="462508" y="559654"/>
                    <a:pt x="483272" y="559506"/>
                  </a:cubicBezTo>
                  <a:close/>
                  <a:moveTo>
                    <a:pt x="729540" y="248890"/>
                  </a:moveTo>
                  <a:cubicBezTo>
                    <a:pt x="673983" y="254220"/>
                    <a:pt x="617038" y="251537"/>
                    <a:pt x="562314" y="244375"/>
                  </a:cubicBezTo>
                  <a:cubicBezTo>
                    <a:pt x="551802" y="232752"/>
                    <a:pt x="541291" y="221112"/>
                    <a:pt x="530760" y="209489"/>
                  </a:cubicBezTo>
                  <a:cubicBezTo>
                    <a:pt x="587613" y="205714"/>
                    <a:pt x="644465" y="201957"/>
                    <a:pt x="701299" y="198200"/>
                  </a:cubicBezTo>
                  <a:cubicBezTo>
                    <a:pt x="712570" y="211192"/>
                    <a:pt x="723840" y="224184"/>
                    <a:pt x="735092" y="237194"/>
                  </a:cubicBezTo>
                  <a:cubicBezTo>
                    <a:pt x="732446" y="240340"/>
                    <a:pt x="730484" y="244245"/>
                    <a:pt x="729540" y="248890"/>
                  </a:cubicBezTo>
                  <a:close/>
                  <a:moveTo>
                    <a:pt x="638728" y="126019"/>
                  </a:moveTo>
                  <a:cubicBezTo>
                    <a:pt x="651664" y="140941"/>
                    <a:pt x="664601" y="155857"/>
                    <a:pt x="677537" y="170774"/>
                  </a:cubicBezTo>
                  <a:cubicBezTo>
                    <a:pt x="620370" y="174567"/>
                    <a:pt x="563202" y="178343"/>
                    <a:pt x="506035" y="182137"/>
                  </a:cubicBezTo>
                  <a:cubicBezTo>
                    <a:pt x="492155" y="166776"/>
                    <a:pt x="478238" y="151397"/>
                    <a:pt x="464358" y="136031"/>
                  </a:cubicBezTo>
                  <a:cubicBezTo>
                    <a:pt x="522488" y="132690"/>
                    <a:pt x="580617" y="129359"/>
                    <a:pt x="638728" y="126019"/>
                  </a:cubicBezTo>
                  <a:close/>
                  <a:moveTo>
                    <a:pt x="600142" y="81494"/>
                  </a:moveTo>
                  <a:cubicBezTo>
                    <a:pt x="605028" y="87133"/>
                    <a:pt x="609913" y="92772"/>
                    <a:pt x="614799" y="98411"/>
                  </a:cubicBezTo>
                  <a:cubicBezTo>
                    <a:pt x="556355" y="101766"/>
                    <a:pt x="497892" y="105119"/>
                    <a:pt x="439430" y="108480"/>
                  </a:cubicBezTo>
                  <a:cubicBezTo>
                    <a:pt x="425920" y="93545"/>
                    <a:pt x="412429" y="78610"/>
                    <a:pt x="398919" y="63668"/>
                  </a:cubicBezTo>
                  <a:cubicBezTo>
                    <a:pt x="465987" y="69631"/>
                    <a:pt x="533092" y="75357"/>
                    <a:pt x="600142" y="81494"/>
                  </a:cubicBezTo>
                  <a:close/>
                  <a:moveTo>
                    <a:pt x="409653" y="500059"/>
                  </a:moveTo>
                  <a:cubicBezTo>
                    <a:pt x="423810" y="513347"/>
                    <a:pt x="440448" y="523766"/>
                    <a:pt x="458714" y="530688"/>
                  </a:cubicBezTo>
                  <a:cubicBezTo>
                    <a:pt x="434563" y="530836"/>
                    <a:pt x="410430" y="531002"/>
                    <a:pt x="386297" y="531169"/>
                  </a:cubicBezTo>
                  <a:cubicBezTo>
                    <a:pt x="373602" y="520657"/>
                    <a:pt x="360906" y="510127"/>
                    <a:pt x="348210" y="499615"/>
                  </a:cubicBezTo>
                  <a:cubicBezTo>
                    <a:pt x="368679" y="499689"/>
                    <a:pt x="389166" y="499855"/>
                    <a:pt x="409653" y="500059"/>
                  </a:cubicBezTo>
                  <a:close/>
                  <a:moveTo>
                    <a:pt x="828125" y="954435"/>
                  </a:moveTo>
                  <a:cubicBezTo>
                    <a:pt x="844874" y="883999"/>
                    <a:pt x="861604" y="813562"/>
                    <a:pt x="878334" y="743126"/>
                  </a:cubicBezTo>
                  <a:lnTo>
                    <a:pt x="944866" y="743126"/>
                  </a:lnTo>
                  <a:cubicBezTo>
                    <a:pt x="960966" y="743126"/>
                    <a:pt x="970127" y="732336"/>
                    <a:pt x="972348" y="720085"/>
                  </a:cubicBezTo>
                  <a:cubicBezTo>
                    <a:pt x="976901" y="708074"/>
                    <a:pt x="975161" y="693028"/>
                    <a:pt x="962391" y="683312"/>
                  </a:cubicBezTo>
                  <a:cubicBezTo>
                    <a:pt x="902041" y="637434"/>
                    <a:pt x="844504" y="588040"/>
                    <a:pt x="786337" y="539460"/>
                  </a:cubicBezTo>
                  <a:cubicBezTo>
                    <a:pt x="786689" y="537572"/>
                    <a:pt x="786893" y="535592"/>
                    <a:pt x="786893" y="533445"/>
                  </a:cubicBezTo>
                  <a:lnTo>
                    <a:pt x="786893" y="299188"/>
                  </a:lnTo>
                  <a:cubicBezTo>
                    <a:pt x="794036" y="297892"/>
                    <a:pt x="801180" y="296504"/>
                    <a:pt x="808286" y="294913"/>
                  </a:cubicBezTo>
                  <a:cubicBezTo>
                    <a:pt x="833844" y="289213"/>
                    <a:pt x="833881" y="260102"/>
                    <a:pt x="819094" y="245962"/>
                  </a:cubicBezTo>
                  <a:cubicBezTo>
                    <a:pt x="818669" y="245407"/>
                    <a:pt x="818261" y="244871"/>
                    <a:pt x="817799" y="244315"/>
                  </a:cubicBezTo>
                  <a:cubicBezTo>
                    <a:pt x="757689" y="174971"/>
                    <a:pt x="697561" y="105608"/>
                    <a:pt x="637451" y="36245"/>
                  </a:cubicBezTo>
                  <a:cubicBezTo>
                    <a:pt x="632973" y="31104"/>
                    <a:pt x="627976" y="28278"/>
                    <a:pt x="622923" y="27228"/>
                  </a:cubicBezTo>
                  <a:cubicBezTo>
                    <a:pt x="619981" y="25927"/>
                    <a:pt x="616687" y="25032"/>
                    <a:pt x="613004" y="24691"/>
                  </a:cubicBezTo>
                  <a:cubicBezTo>
                    <a:pt x="521211" y="16197"/>
                    <a:pt x="429325" y="8642"/>
                    <a:pt x="337532" y="148"/>
                  </a:cubicBezTo>
                  <a:cubicBezTo>
                    <a:pt x="322616" y="-1233"/>
                    <a:pt x="313751" y="7254"/>
                    <a:pt x="310827" y="18134"/>
                  </a:cubicBezTo>
                  <a:cubicBezTo>
                    <a:pt x="308477" y="20318"/>
                    <a:pt x="306348" y="23079"/>
                    <a:pt x="304590" y="26549"/>
                  </a:cubicBezTo>
                  <a:cubicBezTo>
                    <a:pt x="257861" y="119090"/>
                    <a:pt x="194309" y="194107"/>
                    <a:pt x="111047" y="255884"/>
                  </a:cubicBezTo>
                  <a:cubicBezTo>
                    <a:pt x="81378" y="277870"/>
                    <a:pt x="110229" y="328226"/>
                    <a:pt x="140295" y="305926"/>
                  </a:cubicBezTo>
                  <a:cubicBezTo>
                    <a:pt x="145971" y="301706"/>
                    <a:pt x="151573" y="297450"/>
                    <a:pt x="157096" y="293156"/>
                  </a:cubicBezTo>
                  <a:lnTo>
                    <a:pt x="157096" y="545846"/>
                  </a:lnTo>
                  <a:cubicBezTo>
                    <a:pt x="157096" y="551158"/>
                    <a:pt x="158297" y="555692"/>
                    <a:pt x="160312" y="559486"/>
                  </a:cubicBezTo>
                  <a:cubicBezTo>
                    <a:pt x="125087" y="602273"/>
                    <a:pt x="89857" y="645061"/>
                    <a:pt x="54637" y="687848"/>
                  </a:cubicBezTo>
                  <a:cubicBezTo>
                    <a:pt x="34121" y="712758"/>
                    <a:pt x="62403" y="747255"/>
                    <a:pt x="85753" y="736669"/>
                  </a:cubicBezTo>
                  <a:cubicBezTo>
                    <a:pt x="97897" y="809252"/>
                    <a:pt x="110035" y="881854"/>
                    <a:pt x="122179" y="954437"/>
                  </a:cubicBezTo>
                  <a:lnTo>
                    <a:pt x="0" y="954437"/>
                  </a:lnTo>
                  <a:lnTo>
                    <a:pt x="0" y="1012400"/>
                  </a:lnTo>
                  <a:lnTo>
                    <a:pt x="1049199" y="1012400"/>
                  </a:lnTo>
                  <a:lnTo>
                    <a:pt x="1049199" y="954437"/>
                  </a:lnTo>
                  <a:lnTo>
                    <a:pt x="828118" y="954437"/>
                  </a:lnTo>
                </a:path>
              </a:pathLst>
            </a:custGeom>
            <a:solidFill>
              <a:srgbClr val="FFFFFF"/>
            </a:solidFill>
            <a:ln w="18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vi-VN"/>
            </a:p>
          </p:txBody>
        </p:sp>
        <p:sp>
          <p:nvSpPr>
            <p:cNvPr id="159" name="Hộp Văn bản 158">
              <a:extLst>
                <a:ext uri="{FF2B5EF4-FFF2-40B4-BE49-F238E27FC236}">
                  <a16:creationId xmlns:a16="http://schemas.microsoft.com/office/drawing/2014/main" id="{E173162B-C580-4035-8307-9F35470AB995}"/>
                </a:ext>
              </a:extLst>
            </p:cNvPr>
            <p:cNvSpPr txBox="1"/>
            <p:nvPr/>
          </p:nvSpPr>
          <p:spPr>
            <a:xfrm>
              <a:off x="11049000" y="4391886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20" b="0">
                  <a:solidFill>
                    <a:srgbClr val="D50816"/>
                  </a:solidFill>
                </a:rPr>
                <a:t>Ngày 9/11/1989, biên giới Đông – Tây Berlin được mở; Bức tường Berlin bắt đầu bị tháo dỡ, trở thành biểu tượng của sự kết thúc chia cắt châu Âu.</a:t>
              </a:r>
            </a:p>
          </p:txBody>
        </p:sp>
      </p:grpSp>
      <p:grpSp>
        <p:nvGrpSpPr>
          <p:cNvPr id="162" name="Nhóm 161">
            <a:extLst>
              <a:ext uri="{FF2B5EF4-FFF2-40B4-BE49-F238E27FC236}">
                <a16:creationId xmlns:a16="http://schemas.microsoft.com/office/drawing/2014/main" id="{BF2350F9-2132-4B65-B782-9EAB2FF85F5A}"/>
              </a:ext>
            </a:extLst>
          </p:cNvPr>
          <p:cNvGrpSpPr/>
          <p:nvPr/>
        </p:nvGrpSpPr>
        <p:grpSpPr>
          <a:xfrm>
            <a:off x="8728944" y="862621"/>
            <a:ext cx="7227711" cy="2198464"/>
            <a:chOff x="8728944" y="862621"/>
            <a:chExt cx="7227711" cy="2198464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8728944" y="862621"/>
              <a:ext cx="2198464" cy="2198464"/>
              <a:chOff x="-2540" y="-254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1125200" y="1221399"/>
              <a:ext cx="3717275" cy="302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9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HẬU QUẢ</a:t>
              </a:r>
            </a:p>
          </p:txBody>
        </p:sp>
        <p:grpSp>
          <p:nvGrpSpPr>
            <p:cNvPr id="23" name="Picture 22">
              <a:extLst>
                <a:ext uri="{FF2B5EF4-FFF2-40B4-BE49-F238E27FC236}">
                  <a16:creationId xmlns:a16="http://schemas.microsoft.com/office/drawing/2014/main" id="{DED53468-7672-4953-A203-E4FA82E32869}"/>
                </a:ext>
              </a:extLst>
            </p:cNvPr>
            <p:cNvGrpSpPr/>
            <p:nvPr/>
          </p:nvGrpSpPr>
          <p:grpSpPr>
            <a:xfrm>
              <a:off x="9175306" y="1623011"/>
              <a:ext cx="1322196" cy="678665"/>
              <a:chOff x="9175306" y="1623011"/>
              <a:chExt cx="1322196" cy="678665"/>
            </a:xfrm>
          </p:grpSpPr>
          <p:sp>
            <p:nvSpPr>
              <p:cNvPr id="24" name="Hình tự do: Hình 23">
                <a:extLst>
                  <a:ext uri="{FF2B5EF4-FFF2-40B4-BE49-F238E27FC236}">
                    <a16:creationId xmlns:a16="http://schemas.microsoft.com/office/drawing/2014/main" id="{FC237AEA-A66E-422E-82F4-0368F403173B}"/>
                  </a:ext>
                </a:extLst>
              </p:cNvPr>
              <p:cNvSpPr/>
              <p:nvPr/>
            </p:nvSpPr>
            <p:spPr>
              <a:xfrm>
                <a:off x="9532172" y="1819029"/>
                <a:ext cx="286665" cy="125747"/>
              </a:xfrm>
              <a:custGeom>
                <a:avLst/>
                <a:gdLst>
                  <a:gd name="connsiteX0" fmla="*/ 0 w 286665"/>
                  <a:gd name="connsiteY0" fmla="*/ 125748 h 125747"/>
                  <a:gd name="connsiteX1" fmla="*/ 286666 w 286665"/>
                  <a:gd name="connsiteY1" fmla="*/ 125748 h 125747"/>
                  <a:gd name="connsiteX2" fmla="*/ 286666 w 286665"/>
                  <a:gd name="connsiteY2" fmla="*/ 0 h 125747"/>
                  <a:gd name="connsiteX3" fmla="*/ 272787 w 286665"/>
                  <a:gd name="connsiteY3" fmla="*/ 0 h 125747"/>
                  <a:gd name="connsiteX4" fmla="*/ 272787 w 286665"/>
                  <a:gd name="connsiteY4" fmla="*/ 92194 h 125747"/>
                  <a:gd name="connsiteX5" fmla="*/ 264004 w 286665"/>
                  <a:gd name="connsiteY5" fmla="*/ 100978 h 125747"/>
                  <a:gd name="connsiteX6" fmla="*/ 255220 w 286665"/>
                  <a:gd name="connsiteY6" fmla="*/ 92194 h 125747"/>
                  <a:gd name="connsiteX7" fmla="*/ 255220 w 286665"/>
                  <a:gd name="connsiteY7" fmla="*/ 0 h 125747"/>
                  <a:gd name="connsiteX8" fmla="*/ 232558 w 286665"/>
                  <a:gd name="connsiteY8" fmla="*/ 0 h 125747"/>
                  <a:gd name="connsiteX9" fmla="*/ 232558 w 286665"/>
                  <a:gd name="connsiteY9" fmla="*/ 62856 h 125747"/>
                  <a:gd name="connsiteX10" fmla="*/ 223774 w 286665"/>
                  <a:gd name="connsiteY10" fmla="*/ 71640 h 125747"/>
                  <a:gd name="connsiteX11" fmla="*/ 214990 w 286665"/>
                  <a:gd name="connsiteY11" fmla="*/ 62856 h 125747"/>
                  <a:gd name="connsiteX12" fmla="*/ 214990 w 286665"/>
                  <a:gd name="connsiteY12" fmla="*/ 0 h 125747"/>
                  <a:gd name="connsiteX13" fmla="*/ 192329 w 286665"/>
                  <a:gd name="connsiteY13" fmla="*/ 0 h 125747"/>
                  <a:gd name="connsiteX14" fmla="*/ 192329 w 286665"/>
                  <a:gd name="connsiteY14" fmla="*/ 37313 h 125747"/>
                  <a:gd name="connsiteX15" fmla="*/ 183545 w 286665"/>
                  <a:gd name="connsiteY15" fmla="*/ 46097 h 125747"/>
                  <a:gd name="connsiteX16" fmla="*/ 174761 w 286665"/>
                  <a:gd name="connsiteY16" fmla="*/ 37313 h 125747"/>
                  <a:gd name="connsiteX17" fmla="*/ 174761 w 286665"/>
                  <a:gd name="connsiteY17" fmla="*/ 0 h 125747"/>
                  <a:gd name="connsiteX18" fmla="*/ 0 w 286665"/>
                  <a:gd name="connsiteY18" fmla="*/ 0 h 125747"/>
                  <a:gd name="connsiteX19" fmla="*/ 0 w 286665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65" h="125747">
                    <a:moveTo>
                      <a:pt x="0" y="125748"/>
                    </a:moveTo>
                    <a:lnTo>
                      <a:pt x="286666" y="125748"/>
                    </a:lnTo>
                    <a:lnTo>
                      <a:pt x="286666" y="0"/>
                    </a:lnTo>
                    <a:lnTo>
                      <a:pt x="272787" y="0"/>
                    </a:lnTo>
                    <a:lnTo>
                      <a:pt x="272787" y="92194"/>
                    </a:lnTo>
                    <a:cubicBezTo>
                      <a:pt x="272787" y="97078"/>
                      <a:pt x="268852" y="100978"/>
                      <a:pt x="264004" y="100978"/>
                    </a:cubicBezTo>
                    <a:cubicBezTo>
                      <a:pt x="259155" y="100978"/>
                      <a:pt x="255220" y="97078"/>
                      <a:pt x="255220" y="92194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926" y="71640"/>
                      <a:pt x="214990" y="67705"/>
                      <a:pt x="214990" y="62856"/>
                    </a:cubicBezTo>
                    <a:lnTo>
                      <a:pt x="214990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428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5" name="Hình tự do: Hình 24">
                <a:extLst>
                  <a:ext uri="{FF2B5EF4-FFF2-40B4-BE49-F238E27FC236}">
                    <a16:creationId xmlns:a16="http://schemas.microsoft.com/office/drawing/2014/main" id="{9A6C1FA4-FA2C-4934-AA44-446302E3034F}"/>
                  </a:ext>
                </a:extLst>
              </p:cNvPr>
              <p:cNvSpPr/>
              <p:nvPr/>
            </p:nvSpPr>
            <p:spPr>
              <a:xfrm>
                <a:off x="9693090" y="1658146"/>
                <a:ext cx="286630" cy="125747"/>
              </a:xfrm>
              <a:custGeom>
                <a:avLst/>
                <a:gdLst>
                  <a:gd name="connsiteX0" fmla="*/ 143315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315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315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17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588" y="71640"/>
                      <a:pt x="223774" y="71640"/>
                    </a:cubicBezTo>
                    <a:cubicBezTo>
                      <a:pt x="218890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58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6" name="Hình tự do: Hình 25">
                <a:extLst>
                  <a:ext uri="{FF2B5EF4-FFF2-40B4-BE49-F238E27FC236}">
                    <a16:creationId xmlns:a16="http://schemas.microsoft.com/office/drawing/2014/main" id="{4F2816B7-7F4C-4B11-BEF1-A30266A6D59D}"/>
                  </a:ext>
                </a:extLst>
              </p:cNvPr>
              <p:cNvSpPr/>
              <p:nvPr/>
            </p:nvSpPr>
            <p:spPr>
              <a:xfrm>
                <a:off x="10175738" y="1819029"/>
                <a:ext cx="286630" cy="125747"/>
              </a:xfrm>
              <a:custGeom>
                <a:avLst/>
                <a:gdLst>
                  <a:gd name="connsiteX0" fmla="*/ 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87 w 286630"/>
                  <a:gd name="connsiteY3" fmla="*/ 0 h 125747"/>
                  <a:gd name="connsiteX4" fmla="*/ 272787 w 286630"/>
                  <a:gd name="connsiteY4" fmla="*/ 92194 h 125747"/>
                  <a:gd name="connsiteX5" fmla="*/ 264004 w 286630"/>
                  <a:gd name="connsiteY5" fmla="*/ 100978 h 125747"/>
                  <a:gd name="connsiteX6" fmla="*/ 255220 w 286630"/>
                  <a:gd name="connsiteY6" fmla="*/ 92194 h 125747"/>
                  <a:gd name="connsiteX7" fmla="*/ 255220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87" y="0"/>
                    </a:lnTo>
                    <a:lnTo>
                      <a:pt x="272787" y="92194"/>
                    </a:lnTo>
                    <a:cubicBezTo>
                      <a:pt x="272787" y="97078"/>
                      <a:pt x="268817" y="100978"/>
                      <a:pt x="264004" y="100978"/>
                    </a:cubicBezTo>
                    <a:cubicBezTo>
                      <a:pt x="259120" y="100978"/>
                      <a:pt x="255220" y="97078"/>
                      <a:pt x="255220" y="92194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890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7" name="Hình tự do: Hình 26">
                <a:extLst>
                  <a:ext uri="{FF2B5EF4-FFF2-40B4-BE49-F238E27FC236}">
                    <a16:creationId xmlns:a16="http://schemas.microsoft.com/office/drawing/2014/main" id="{4375BCEC-96A8-4DF3-BF5C-A3A2126FDF5D}"/>
                  </a:ext>
                </a:extLst>
              </p:cNvPr>
              <p:cNvSpPr/>
              <p:nvPr/>
            </p:nvSpPr>
            <p:spPr>
              <a:xfrm>
                <a:off x="9853972" y="1819029"/>
                <a:ext cx="286630" cy="125747"/>
              </a:xfrm>
              <a:custGeom>
                <a:avLst/>
                <a:gdLst>
                  <a:gd name="connsiteX0" fmla="*/ 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8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23 w 286630"/>
                  <a:gd name="connsiteY8" fmla="*/ 0 h 125747"/>
                  <a:gd name="connsiteX9" fmla="*/ 232523 w 286630"/>
                  <a:gd name="connsiteY9" fmla="*/ 62856 h 125747"/>
                  <a:gd name="connsiteX10" fmla="*/ 223739 w 286630"/>
                  <a:gd name="connsiteY10" fmla="*/ 71640 h 125747"/>
                  <a:gd name="connsiteX11" fmla="*/ 214955 w 286630"/>
                  <a:gd name="connsiteY11" fmla="*/ 62856 h 125747"/>
                  <a:gd name="connsiteX12" fmla="*/ 214955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78"/>
                      <a:pt x="268817" y="100978"/>
                      <a:pt x="263968" y="100978"/>
                    </a:cubicBezTo>
                    <a:cubicBezTo>
                      <a:pt x="259120" y="100978"/>
                      <a:pt x="255185" y="97078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8" name="Hình tự do: Hình 27">
                <a:extLst>
                  <a:ext uri="{FF2B5EF4-FFF2-40B4-BE49-F238E27FC236}">
                    <a16:creationId xmlns:a16="http://schemas.microsoft.com/office/drawing/2014/main" id="{984D814C-F9AA-448D-BB54-3B0C7AE84B53}"/>
                  </a:ext>
                </a:extLst>
              </p:cNvPr>
              <p:cNvSpPr/>
              <p:nvPr/>
            </p:nvSpPr>
            <p:spPr>
              <a:xfrm>
                <a:off x="9210441" y="1819029"/>
                <a:ext cx="286595" cy="125747"/>
              </a:xfrm>
              <a:custGeom>
                <a:avLst/>
                <a:gdLst>
                  <a:gd name="connsiteX0" fmla="*/ 143315 w 286595"/>
                  <a:gd name="connsiteY0" fmla="*/ 125748 h 125747"/>
                  <a:gd name="connsiteX1" fmla="*/ 286595 w 286595"/>
                  <a:gd name="connsiteY1" fmla="*/ 125748 h 125747"/>
                  <a:gd name="connsiteX2" fmla="*/ 286595 w 286595"/>
                  <a:gd name="connsiteY2" fmla="*/ 0 h 125747"/>
                  <a:gd name="connsiteX3" fmla="*/ 272752 w 286595"/>
                  <a:gd name="connsiteY3" fmla="*/ 0 h 125747"/>
                  <a:gd name="connsiteX4" fmla="*/ 272752 w 286595"/>
                  <a:gd name="connsiteY4" fmla="*/ 92194 h 125747"/>
                  <a:gd name="connsiteX5" fmla="*/ 263969 w 286595"/>
                  <a:gd name="connsiteY5" fmla="*/ 100978 h 125747"/>
                  <a:gd name="connsiteX6" fmla="*/ 255185 w 286595"/>
                  <a:gd name="connsiteY6" fmla="*/ 92194 h 125747"/>
                  <a:gd name="connsiteX7" fmla="*/ 255185 w 286595"/>
                  <a:gd name="connsiteY7" fmla="*/ 0 h 125747"/>
                  <a:gd name="connsiteX8" fmla="*/ 232523 w 286595"/>
                  <a:gd name="connsiteY8" fmla="*/ 0 h 125747"/>
                  <a:gd name="connsiteX9" fmla="*/ 232523 w 286595"/>
                  <a:gd name="connsiteY9" fmla="*/ 62856 h 125747"/>
                  <a:gd name="connsiteX10" fmla="*/ 223739 w 286595"/>
                  <a:gd name="connsiteY10" fmla="*/ 71640 h 125747"/>
                  <a:gd name="connsiteX11" fmla="*/ 214955 w 286595"/>
                  <a:gd name="connsiteY11" fmla="*/ 62856 h 125747"/>
                  <a:gd name="connsiteX12" fmla="*/ 214955 w 286595"/>
                  <a:gd name="connsiteY12" fmla="*/ 0 h 125747"/>
                  <a:gd name="connsiteX13" fmla="*/ 192293 w 286595"/>
                  <a:gd name="connsiteY13" fmla="*/ 0 h 125747"/>
                  <a:gd name="connsiteX14" fmla="*/ 192293 w 286595"/>
                  <a:gd name="connsiteY14" fmla="*/ 37313 h 125747"/>
                  <a:gd name="connsiteX15" fmla="*/ 183510 w 286595"/>
                  <a:gd name="connsiteY15" fmla="*/ 46097 h 125747"/>
                  <a:gd name="connsiteX16" fmla="*/ 174726 w 286595"/>
                  <a:gd name="connsiteY16" fmla="*/ 37313 h 125747"/>
                  <a:gd name="connsiteX17" fmla="*/ 174726 w 286595"/>
                  <a:gd name="connsiteY17" fmla="*/ 0 h 125747"/>
                  <a:gd name="connsiteX18" fmla="*/ 0 w 286595"/>
                  <a:gd name="connsiteY18" fmla="*/ 0 h 125747"/>
                  <a:gd name="connsiteX19" fmla="*/ 0 w 286595"/>
                  <a:gd name="connsiteY19" fmla="*/ 125748 h 125747"/>
                  <a:gd name="connsiteX20" fmla="*/ 143315 w 286595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595" h="125747">
                    <a:moveTo>
                      <a:pt x="143315" y="125748"/>
                    </a:moveTo>
                    <a:lnTo>
                      <a:pt x="286595" y="125748"/>
                    </a:lnTo>
                    <a:lnTo>
                      <a:pt x="286595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78"/>
                      <a:pt x="268817" y="100978"/>
                      <a:pt x="263969" y="100978"/>
                    </a:cubicBezTo>
                    <a:cubicBezTo>
                      <a:pt x="259120" y="100978"/>
                      <a:pt x="255185" y="97078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58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9" name="Hình tự do: Hình 28">
                <a:extLst>
                  <a:ext uri="{FF2B5EF4-FFF2-40B4-BE49-F238E27FC236}">
                    <a16:creationId xmlns:a16="http://schemas.microsoft.com/office/drawing/2014/main" id="{0A60EEC8-520E-4C33-90A1-6D895F13661B}"/>
                  </a:ext>
                </a:extLst>
              </p:cNvPr>
              <p:cNvSpPr/>
              <p:nvPr/>
            </p:nvSpPr>
            <p:spPr>
              <a:xfrm>
                <a:off x="10014855" y="1658146"/>
                <a:ext cx="286630" cy="125747"/>
              </a:xfrm>
              <a:custGeom>
                <a:avLst/>
                <a:gdLst>
                  <a:gd name="connsiteX0" fmla="*/ 143315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9 w 286630"/>
                  <a:gd name="connsiteY13" fmla="*/ 0 h 125747"/>
                  <a:gd name="connsiteX14" fmla="*/ 192329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315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315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52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891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0" name="Hình tự do: Hình 29">
                <a:extLst>
                  <a:ext uri="{FF2B5EF4-FFF2-40B4-BE49-F238E27FC236}">
                    <a16:creationId xmlns:a16="http://schemas.microsoft.com/office/drawing/2014/main" id="{6414CBFD-722E-41B3-937E-DAB94C36D03B}"/>
                  </a:ext>
                </a:extLst>
              </p:cNvPr>
              <p:cNvSpPr/>
              <p:nvPr/>
            </p:nvSpPr>
            <p:spPr>
              <a:xfrm>
                <a:off x="9371324" y="1658146"/>
                <a:ext cx="286630" cy="125747"/>
              </a:xfrm>
              <a:custGeom>
                <a:avLst/>
                <a:gdLst>
                  <a:gd name="connsiteX0" fmla="*/ 14328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23 w 286630"/>
                  <a:gd name="connsiteY8" fmla="*/ 0 h 125747"/>
                  <a:gd name="connsiteX9" fmla="*/ 232523 w 286630"/>
                  <a:gd name="connsiteY9" fmla="*/ 62856 h 125747"/>
                  <a:gd name="connsiteX10" fmla="*/ 223739 w 286630"/>
                  <a:gd name="connsiteY10" fmla="*/ 71640 h 125747"/>
                  <a:gd name="connsiteX11" fmla="*/ 214955 w 286630"/>
                  <a:gd name="connsiteY11" fmla="*/ 62856 h 125747"/>
                  <a:gd name="connsiteX12" fmla="*/ 214955 w 286630"/>
                  <a:gd name="connsiteY12" fmla="*/ 0 h 125747"/>
                  <a:gd name="connsiteX13" fmla="*/ 192293 w 286630"/>
                  <a:gd name="connsiteY13" fmla="*/ 0 h 125747"/>
                  <a:gd name="connsiteX14" fmla="*/ 192293 w 286630"/>
                  <a:gd name="connsiteY14" fmla="*/ 37313 h 125747"/>
                  <a:gd name="connsiteX15" fmla="*/ 183510 w 286630"/>
                  <a:gd name="connsiteY15" fmla="*/ 46097 h 125747"/>
                  <a:gd name="connsiteX16" fmla="*/ 174726 w 286630"/>
                  <a:gd name="connsiteY16" fmla="*/ 37313 h 125747"/>
                  <a:gd name="connsiteX17" fmla="*/ 174726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280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28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17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28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1" name="Hình tự do: Hình 30">
                <a:extLst>
                  <a:ext uri="{FF2B5EF4-FFF2-40B4-BE49-F238E27FC236}">
                    <a16:creationId xmlns:a16="http://schemas.microsoft.com/office/drawing/2014/main" id="{AEE430CF-34BC-4BCA-A625-85CEAFF51CC0}"/>
                  </a:ext>
                </a:extLst>
              </p:cNvPr>
              <p:cNvSpPr/>
              <p:nvPr/>
            </p:nvSpPr>
            <p:spPr>
              <a:xfrm>
                <a:off x="9853972" y="2140794"/>
                <a:ext cx="286630" cy="125747"/>
              </a:xfrm>
              <a:custGeom>
                <a:avLst/>
                <a:gdLst>
                  <a:gd name="connsiteX0" fmla="*/ 272752 w 286630"/>
                  <a:gd name="connsiteY0" fmla="*/ 92229 h 125747"/>
                  <a:gd name="connsiteX1" fmla="*/ 263968 w 286630"/>
                  <a:gd name="connsiteY1" fmla="*/ 101013 h 125747"/>
                  <a:gd name="connsiteX2" fmla="*/ 255185 w 286630"/>
                  <a:gd name="connsiteY2" fmla="*/ 92229 h 125747"/>
                  <a:gd name="connsiteX3" fmla="*/ 255185 w 286630"/>
                  <a:gd name="connsiteY3" fmla="*/ 0 h 125747"/>
                  <a:gd name="connsiteX4" fmla="*/ 232523 w 286630"/>
                  <a:gd name="connsiteY4" fmla="*/ 0 h 125747"/>
                  <a:gd name="connsiteX5" fmla="*/ 232523 w 286630"/>
                  <a:gd name="connsiteY5" fmla="*/ 62856 h 125747"/>
                  <a:gd name="connsiteX6" fmla="*/ 223739 w 286630"/>
                  <a:gd name="connsiteY6" fmla="*/ 71640 h 125747"/>
                  <a:gd name="connsiteX7" fmla="*/ 214955 w 286630"/>
                  <a:gd name="connsiteY7" fmla="*/ 62856 h 125747"/>
                  <a:gd name="connsiteX8" fmla="*/ 214955 w 286630"/>
                  <a:gd name="connsiteY8" fmla="*/ 0 h 125747"/>
                  <a:gd name="connsiteX9" fmla="*/ 192328 w 286630"/>
                  <a:gd name="connsiteY9" fmla="*/ 0 h 125747"/>
                  <a:gd name="connsiteX10" fmla="*/ 192328 w 286630"/>
                  <a:gd name="connsiteY10" fmla="*/ 37313 h 125747"/>
                  <a:gd name="connsiteX11" fmla="*/ 183545 w 286630"/>
                  <a:gd name="connsiteY11" fmla="*/ 46097 h 125747"/>
                  <a:gd name="connsiteX12" fmla="*/ 174761 w 286630"/>
                  <a:gd name="connsiteY12" fmla="*/ 37313 h 125747"/>
                  <a:gd name="connsiteX13" fmla="*/ 174761 w 286630"/>
                  <a:gd name="connsiteY13" fmla="*/ 0 h 125747"/>
                  <a:gd name="connsiteX14" fmla="*/ 0 w 286630"/>
                  <a:gd name="connsiteY14" fmla="*/ 0 h 125747"/>
                  <a:gd name="connsiteX15" fmla="*/ 0 w 286630"/>
                  <a:gd name="connsiteY15" fmla="*/ 125748 h 125747"/>
                  <a:gd name="connsiteX16" fmla="*/ 286631 w 286630"/>
                  <a:gd name="connsiteY16" fmla="*/ 125748 h 125747"/>
                  <a:gd name="connsiteX17" fmla="*/ 286631 w 286630"/>
                  <a:gd name="connsiteY17" fmla="*/ 0 h 125747"/>
                  <a:gd name="connsiteX18" fmla="*/ 272752 w 286630"/>
                  <a:gd name="connsiteY18" fmla="*/ 0 h 125747"/>
                  <a:gd name="connsiteX19" fmla="*/ 272752 w 286630"/>
                  <a:gd name="connsiteY19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8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2" name="Hình tự do: Hình 31">
                <a:extLst>
                  <a:ext uri="{FF2B5EF4-FFF2-40B4-BE49-F238E27FC236}">
                    <a16:creationId xmlns:a16="http://schemas.microsoft.com/office/drawing/2014/main" id="{D97905D9-A9CC-41ED-9393-C9B78D27BC0F}"/>
                  </a:ext>
                </a:extLst>
              </p:cNvPr>
              <p:cNvSpPr/>
              <p:nvPr/>
            </p:nvSpPr>
            <p:spPr>
              <a:xfrm>
                <a:off x="10175738" y="2140794"/>
                <a:ext cx="286630" cy="125747"/>
              </a:xfrm>
              <a:custGeom>
                <a:avLst/>
                <a:gdLst>
                  <a:gd name="connsiteX0" fmla="*/ 272787 w 286630"/>
                  <a:gd name="connsiteY0" fmla="*/ 92229 h 125747"/>
                  <a:gd name="connsiteX1" fmla="*/ 264004 w 286630"/>
                  <a:gd name="connsiteY1" fmla="*/ 101013 h 125747"/>
                  <a:gd name="connsiteX2" fmla="*/ 255220 w 286630"/>
                  <a:gd name="connsiteY2" fmla="*/ 92229 h 125747"/>
                  <a:gd name="connsiteX3" fmla="*/ 255220 w 286630"/>
                  <a:gd name="connsiteY3" fmla="*/ 0 h 125747"/>
                  <a:gd name="connsiteX4" fmla="*/ 232558 w 286630"/>
                  <a:gd name="connsiteY4" fmla="*/ 0 h 125747"/>
                  <a:gd name="connsiteX5" fmla="*/ 232558 w 286630"/>
                  <a:gd name="connsiteY5" fmla="*/ 62856 h 125747"/>
                  <a:gd name="connsiteX6" fmla="*/ 223774 w 286630"/>
                  <a:gd name="connsiteY6" fmla="*/ 71640 h 125747"/>
                  <a:gd name="connsiteX7" fmla="*/ 214991 w 286630"/>
                  <a:gd name="connsiteY7" fmla="*/ 62856 h 125747"/>
                  <a:gd name="connsiteX8" fmla="*/ 214991 w 286630"/>
                  <a:gd name="connsiteY8" fmla="*/ 0 h 125747"/>
                  <a:gd name="connsiteX9" fmla="*/ 192328 w 286630"/>
                  <a:gd name="connsiteY9" fmla="*/ 0 h 125747"/>
                  <a:gd name="connsiteX10" fmla="*/ 192328 w 286630"/>
                  <a:gd name="connsiteY10" fmla="*/ 37313 h 125747"/>
                  <a:gd name="connsiteX11" fmla="*/ 183545 w 286630"/>
                  <a:gd name="connsiteY11" fmla="*/ 46097 h 125747"/>
                  <a:gd name="connsiteX12" fmla="*/ 174761 w 286630"/>
                  <a:gd name="connsiteY12" fmla="*/ 37313 h 125747"/>
                  <a:gd name="connsiteX13" fmla="*/ 174761 w 286630"/>
                  <a:gd name="connsiteY13" fmla="*/ 0 h 125747"/>
                  <a:gd name="connsiteX14" fmla="*/ 143350 w 286630"/>
                  <a:gd name="connsiteY14" fmla="*/ 0 h 125747"/>
                  <a:gd name="connsiteX15" fmla="*/ 143315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  <a:gd name="connsiteX20" fmla="*/ 272787 w 286630"/>
                  <a:gd name="connsiteY20" fmla="*/ 0 h 125747"/>
                  <a:gd name="connsiteX21" fmla="*/ 272787 w 286630"/>
                  <a:gd name="connsiteY21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6630" h="125747">
                    <a:moveTo>
                      <a:pt x="272787" y="92229"/>
                    </a:moveTo>
                    <a:cubicBezTo>
                      <a:pt x="272787" y="97078"/>
                      <a:pt x="268852" y="101013"/>
                      <a:pt x="264004" y="101013"/>
                    </a:cubicBezTo>
                    <a:cubicBezTo>
                      <a:pt x="259155" y="101013"/>
                      <a:pt x="255220" y="97078"/>
                      <a:pt x="255220" y="92229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40"/>
                      <a:pt x="228623" y="71640"/>
                      <a:pt x="223774" y="71640"/>
                    </a:cubicBezTo>
                    <a:cubicBezTo>
                      <a:pt x="218926" y="71640"/>
                      <a:pt x="214991" y="67740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143350" y="0"/>
                    </a:lnTo>
                    <a:lnTo>
                      <a:pt x="143315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87" y="0"/>
                    </a:lnTo>
                    <a:lnTo>
                      <a:pt x="272787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3" name="Hình tự do: Hình 32">
                <a:extLst>
                  <a:ext uri="{FF2B5EF4-FFF2-40B4-BE49-F238E27FC236}">
                    <a16:creationId xmlns:a16="http://schemas.microsoft.com/office/drawing/2014/main" id="{8C835307-ADB2-45AF-974D-BF400D1A11A3}"/>
                  </a:ext>
                </a:extLst>
              </p:cNvPr>
              <p:cNvSpPr/>
              <p:nvPr/>
            </p:nvSpPr>
            <p:spPr>
              <a:xfrm>
                <a:off x="10014855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58 w 286630"/>
                  <a:gd name="connsiteY6" fmla="*/ 0 h 125747"/>
                  <a:gd name="connsiteX7" fmla="*/ 232558 w 286630"/>
                  <a:gd name="connsiteY7" fmla="*/ 62891 h 125747"/>
                  <a:gd name="connsiteX8" fmla="*/ 223774 w 286630"/>
                  <a:gd name="connsiteY8" fmla="*/ 71675 h 125747"/>
                  <a:gd name="connsiteX9" fmla="*/ 214991 w 286630"/>
                  <a:gd name="connsiteY9" fmla="*/ 62891 h 125747"/>
                  <a:gd name="connsiteX10" fmla="*/ 214991 w 286630"/>
                  <a:gd name="connsiteY10" fmla="*/ 0 h 125747"/>
                  <a:gd name="connsiteX11" fmla="*/ 192329 w 286630"/>
                  <a:gd name="connsiteY11" fmla="*/ 0 h 125747"/>
                  <a:gd name="connsiteX12" fmla="*/ 192329 w 286630"/>
                  <a:gd name="connsiteY12" fmla="*/ 37313 h 125747"/>
                  <a:gd name="connsiteX13" fmla="*/ 183545 w 286630"/>
                  <a:gd name="connsiteY13" fmla="*/ 46097 h 125747"/>
                  <a:gd name="connsiteX14" fmla="*/ 174761 w 286630"/>
                  <a:gd name="connsiteY14" fmla="*/ 37313 h 125747"/>
                  <a:gd name="connsiteX15" fmla="*/ 174761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52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91"/>
                    </a:lnTo>
                    <a:cubicBezTo>
                      <a:pt x="232558" y="67705"/>
                      <a:pt x="228623" y="71675"/>
                      <a:pt x="223774" y="71675"/>
                    </a:cubicBezTo>
                    <a:cubicBezTo>
                      <a:pt x="218891" y="71675"/>
                      <a:pt x="214991" y="67705"/>
                      <a:pt x="214991" y="62891"/>
                    </a:cubicBezTo>
                    <a:lnTo>
                      <a:pt x="214991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4" name="Hình tự do: Hình 33">
                <a:extLst>
                  <a:ext uri="{FF2B5EF4-FFF2-40B4-BE49-F238E27FC236}">
                    <a16:creationId xmlns:a16="http://schemas.microsoft.com/office/drawing/2014/main" id="{46D48645-3B6F-4C50-A222-B4D934D8F728}"/>
                  </a:ext>
                </a:extLst>
              </p:cNvPr>
              <p:cNvSpPr/>
              <p:nvPr/>
            </p:nvSpPr>
            <p:spPr>
              <a:xfrm>
                <a:off x="9210441" y="2140794"/>
                <a:ext cx="286595" cy="125747"/>
              </a:xfrm>
              <a:custGeom>
                <a:avLst/>
                <a:gdLst>
                  <a:gd name="connsiteX0" fmla="*/ 272752 w 286595"/>
                  <a:gd name="connsiteY0" fmla="*/ 92229 h 125747"/>
                  <a:gd name="connsiteX1" fmla="*/ 263969 w 286595"/>
                  <a:gd name="connsiteY1" fmla="*/ 101013 h 125747"/>
                  <a:gd name="connsiteX2" fmla="*/ 255185 w 286595"/>
                  <a:gd name="connsiteY2" fmla="*/ 92229 h 125747"/>
                  <a:gd name="connsiteX3" fmla="*/ 255185 w 286595"/>
                  <a:gd name="connsiteY3" fmla="*/ 0 h 125747"/>
                  <a:gd name="connsiteX4" fmla="*/ 232523 w 286595"/>
                  <a:gd name="connsiteY4" fmla="*/ 0 h 125747"/>
                  <a:gd name="connsiteX5" fmla="*/ 232523 w 286595"/>
                  <a:gd name="connsiteY5" fmla="*/ 62856 h 125747"/>
                  <a:gd name="connsiteX6" fmla="*/ 223739 w 286595"/>
                  <a:gd name="connsiteY6" fmla="*/ 71640 h 125747"/>
                  <a:gd name="connsiteX7" fmla="*/ 214955 w 286595"/>
                  <a:gd name="connsiteY7" fmla="*/ 62856 h 125747"/>
                  <a:gd name="connsiteX8" fmla="*/ 214955 w 286595"/>
                  <a:gd name="connsiteY8" fmla="*/ 0 h 125747"/>
                  <a:gd name="connsiteX9" fmla="*/ 192293 w 286595"/>
                  <a:gd name="connsiteY9" fmla="*/ 0 h 125747"/>
                  <a:gd name="connsiteX10" fmla="*/ 192293 w 286595"/>
                  <a:gd name="connsiteY10" fmla="*/ 37313 h 125747"/>
                  <a:gd name="connsiteX11" fmla="*/ 183510 w 286595"/>
                  <a:gd name="connsiteY11" fmla="*/ 46097 h 125747"/>
                  <a:gd name="connsiteX12" fmla="*/ 174726 w 286595"/>
                  <a:gd name="connsiteY12" fmla="*/ 37313 h 125747"/>
                  <a:gd name="connsiteX13" fmla="*/ 174726 w 286595"/>
                  <a:gd name="connsiteY13" fmla="*/ 0 h 125747"/>
                  <a:gd name="connsiteX14" fmla="*/ 143315 w 286595"/>
                  <a:gd name="connsiteY14" fmla="*/ 0 h 125747"/>
                  <a:gd name="connsiteX15" fmla="*/ 143280 w 286595"/>
                  <a:gd name="connsiteY15" fmla="*/ 0 h 125747"/>
                  <a:gd name="connsiteX16" fmla="*/ 0 w 286595"/>
                  <a:gd name="connsiteY16" fmla="*/ 0 h 125747"/>
                  <a:gd name="connsiteX17" fmla="*/ 0 w 286595"/>
                  <a:gd name="connsiteY17" fmla="*/ 125748 h 125747"/>
                  <a:gd name="connsiteX18" fmla="*/ 286595 w 286595"/>
                  <a:gd name="connsiteY18" fmla="*/ 125748 h 125747"/>
                  <a:gd name="connsiteX19" fmla="*/ 286595 w 286595"/>
                  <a:gd name="connsiteY19" fmla="*/ 0 h 125747"/>
                  <a:gd name="connsiteX20" fmla="*/ 272752 w 286595"/>
                  <a:gd name="connsiteY20" fmla="*/ 0 h 125747"/>
                  <a:gd name="connsiteX21" fmla="*/ 272752 w 286595"/>
                  <a:gd name="connsiteY21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6595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58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143315" y="0"/>
                    </a:lnTo>
                    <a:lnTo>
                      <a:pt x="143280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595" y="125748"/>
                    </a:lnTo>
                    <a:lnTo>
                      <a:pt x="286595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5" name="Hình tự do: Hình 34">
                <a:extLst>
                  <a:ext uri="{FF2B5EF4-FFF2-40B4-BE49-F238E27FC236}">
                    <a16:creationId xmlns:a16="http://schemas.microsoft.com/office/drawing/2014/main" id="{17541DB3-BB16-4F32-9B20-B8FECD713D0C}"/>
                  </a:ext>
                </a:extLst>
              </p:cNvPr>
              <p:cNvSpPr/>
              <p:nvPr/>
            </p:nvSpPr>
            <p:spPr>
              <a:xfrm>
                <a:off x="9693090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58 w 286630"/>
                  <a:gd name="connsiteY6" fmla="*/ 0 h 125747"/>
                  <a:gd name="connsiteX7" fmla="*/ 232558 w 286630"/>
                  <a:gd name="connsiteY7" fmla="*/ 62891 h 125747"/>
                  <a:gd name="connsiteX8" fmla="*/ 223774 w 286630"/>
                  <a:gd name="connsiteY8" fmla="*/ 71675 h 125747"/>
                  <a:gd name="connsiteX9" fmla="*/ 214991 w 286630"/>
                  <a:gd name="connsiteY9" fmla="*/ 62891 h 125747"/>
                  <a:gd name="connsiteX10" fmla="*/ 214991 w 286630"/>
                  <a:gd name="connsiteY10" fmla="*/ 0 h 125747"/>
                  <a:gd name="connsiteX11" fmla="*/ 192328 w 286630"/>
                  <a:gd name="connsiteY11" fmla="*/ 0 h 125747"/>
                  <a:gd name="connsiteX12" fmla="*/ 192328 w 286630"/>
                  <a:gd name="connsiteY12" fmla="*/ 37313 h 125747"/>
                  <a:gd name="connsiteX13" fmla="*/ 183545 w 286630"/>
                  <a:gd name="connsiteY13" fmla="*/ 46097 h 125747"/>
                  <a:gd name="connsiteX14" fmla="*/ 174761 w 286630"/>
                  <a:gd name="connsiteY14" fmla="*/ 37313 h 125747"/>
                  <a:gd name="connsiteX15" fmla="*/ 174761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91"/>
                    </a:lnTo>
                    <a:cubicBezTo>
                      <a:pt x="232558" y="67705"/>
                      <a:pt x="228588" y="71675"/>
                      <a:pt x="223774" y="71675"/>
                    </a:cubicBezTo>
                    <a:cubicBezTo>
                      <a:pt x="218890" y="71675"/>
                      <a:pt x="214991" y="67705"/>
                      <a:pt x="214991" y="62891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58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6" name="Hình tự do: Hình 35">
                <a:extLst>
                  <a:ext uri="{FF2B5EF4-FFF2-40B4-BE49-F238E27FC236}">
                    <a16:creationId xmlns:a16="http://schemas.microsoft.com/office/drawing/2014/main" id="{C0A9E0B9-443C-4F90-A61E-00ED3FA9FD25}"/>
                  </a:ext>
                </a:extLst>
              </p:cNvPr>
              <p:cNvSpPr/>
              <p:nvPr/>
            </p:nvSpPr>
            <p:spPr>
              <a:xfrm>
                <a:off x="9532207" y="2140794"/>
                <a:ext cx="286630" cy="125747"/>
              </a:xfrm>
              <a:custGeom>
                <a:avLst/>
                <a:gdLst>
                  <a:gd name="connsiteX0" fmla="*/ 272752 w 286630"/>
                  <a:gd name="connsiteY0" fmla="*/ 92229 h 125747"/>
                  <a:gd name="connsiteX1" fmla="*/ 263969 w 286630"/>
                  <a:gd name="connsiteY1" fmla="*/ 101013 h 125747"/>
                  <a:gd name="connsiteX2" fmla="*/ 255185 w 286630"/>
                  <a:gd name="connsiteY2" fmla="*/ 92229 h 125747"/>
                  <a:gd name="connsiteX3" fmla="*/ 255185 w 286630"/>
                  <a:gd name="connsiteY3" fmla="*/ 0 h 125747"/>
                  <a:gd name="connsiteX4" fmla="*/ 232523 w 286630"/>
                  <a:gd name="connsiteY4" fmla="*/ 0 h 125747"/>
                  <a:gd name="connsiteX5" fmla="*/ 232523 w 286630"/>
                  <a:gd name="connsiteY5" fmla="*/ 62856 h 125747"/>
                  <a:gd name="connsiteX6" fmla="*/ 223739 w 286630"/>
                  <a:gd name="connsiteY6" fmla="*/ 71640 h 125747"/>
                  <a:gd name="connsiteX7" fmla="*/ 214955 w 286630"/>
                  <a:gd name="connsiteY7" fmla="*/ 62856 h 125747"/>
                  <a:gd name="connsiteX8" fmla="*/ 214955 w 286630"/>
                  <a:gd name="connsiteY8" fmla="*/ 0 h 125747"/>
                  <a:gd name="connsiteX9" fmla="*/ 192293 w 286630"/>
                  <a:gd name="connsiteY9" fmla="*/ 0 h 125747"/>
                  <a:gd name="connsiteX10" fmla="*/ 192293 w 286630"/>
                  <a:gd name="connsiteY10" fmla="*/ 37313 h 125747"/>
                  <a:gd name="connsiteX11" fmla="*/ 183510 w 286630"/>
                  <a:gd name="connsiteY11" fmla="*/ 46097 h 125747"/>
                  <a:gd name="connsiteX12" fmla="*/ 174726 w 286630"/>
                  <a:gd name="connsiteY12" fmla="*/ 37313 h 125747"/>
                  <a:gd name="connsiteX13" fmla="*/ 174726 w 286630"/>
                  <a:gd name="connsiteY13" fmla="*/ 0 h 125747"/>
                  <a:gd name="connsiteX14" fmla="*/ 0 w 286630"/>
                  <a:gd name="connsiteY14" fmla="*/ 0 h 125747"/>
                  <a:gd name="connsiteX15" fmla="*/ 0 w 286630"/>
                  <a:gd name="connsiteY15" fmla="*/ 125748 h 125747"/>
                  <a:gd name="connsiteX16" fmla="*/ 286631 w 286630"/>
                  <a:gd name="connsiteY16" fmla="*/ 125748 h 125747"/>
                  <a:gd name="connsiteX17" fmla="*/ 286631 w 286630"/>
                  <a:gd name="connsiteY17" fmla="*/ 0 h 125747"/>
                  <a:gd name="connsiteX18" fmla="*/ 272752 w 286630"/>
                  <a:gd name="connsiteY18" fmla="*/ 0 h 125747"/>
                  <a:gd name="connsiteX19" fmla="*/ 272752 w 286630"/>
                  <a:gd name="connsiteY19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7" name="Hình tự do: Hình 36">
                <a:extLst>
                  <a:ext uri="{FF2B5EF4-FFF2-40B4-BE49-F238E27FC236}">
                    <a16:creationId xmlns:a16="http://schemas.microsoft.com/office/drawing/2014/main" id="{AD9F82DA-FE0D-4435-81FE-BF4CC964F40A}"/>
                  </a:ext>
                </a:extLst>
              </p:cNvPr>
              <p:cNvSpPr/>
              <p:nvPr/>
            </p:nvSpPr>
            <p:spPr>
              <a:xfrm>
                <a:off x="9371324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23 w 286630"/>
                  <a:gd name="connsiteY6" fmla="*/ 0 h 125747"/>
                  <a:gd name="connsiteX7" fmla="*/ 232523 w 286630"/>
                  <a:gd name="connsiteY7" fmla="*/ 62891 h 125747"/>
                  <a:gd name="connsiteX8" fmla="*/ 223739 w 286630"/>
                  <a:gd name="connsiteY8" fmla="*/ 71675 h 125747"/>
                  <a:gd name="connsiteX9" fmla="*/ 214955 w 286630"/>
                  <a:gd name="connsiteY9" fmla="*/ 62891 h 125747"/>
                  <a:gd name="connsiteX10" fmla="*/ 214955 w 286630"/>
                  <a:gd name="connsiteY10" fmla="*/ 0 h 125747"/>
                  <a:gd name="connsiteX11" fmla="*/ 192293 w 286630"/>
                  <a:gd name="connsiteY11" fmla="*/ 0 h 125747"/>
                  <a:gd name="connsiteX12" fmla="*/ 192293 w 286630"/>
                  <a:gd name="connsiteY12" fmla="*/ 37313 h 125747"/>
                  <a:gd name="connsiteX13" fmla="*/ 183510 w 286630"/>
                  <a:gd name="connsiteY13" fmla="*/ 46097 h 125747"/>
                  <a:gd name="connsiteX14" fmla="*/ 174726 w 286630"/>
                  <a:gd name="connsiteY14" fmla="*/ 37313 h 125747"/>
                  <a:gd name="connsiteX15" fmla="*/ 174726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91"/>
                    </a:lnTo>
                    <a:cubicBezTo>
                      <a:pt x="232523" y="67705"/>
                      <a:pt x="228588" y="71675"/>
                      <a:pt x="223739" y="71675"/>
                    </a:cubicBezTo>
                    <a:cubicBezTo>
                      <a:pt x="218890" y="71675"/>
                      <a:pt x="214955" y="67705"/>
                      <a:pt x="214955" y="62891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8" name="Hình tự do: Hình 37">
                <a:extLst>
                  <a:ext uri="{FF2B5EF4-FFF2-40B4-BE49-F238E27FC236}">
                    <a16:creationId xmlns:a16="http://schemas.microsoft.com/office/drawing/2014/main" id="{47FEDA0B-99DD-434E-BA1D-F54F7A1C580A}"/>
                  </a:ext>
                </a:extLst>
              </p:cNvPr>
              <p:cNvSpPr/>
              <p:nvPr/>
            </p:nvSpPr>
            <p:spPr>
              <a:xfrm>
                <a:off x="9175306" y="1623011"/>
                <a:ext cx="1322196" cy="678665"/>
              </a:xfrm>
              <a:custGeom>
                <a:avLst/>
                <a:gdLst>
                  <a:gd name="connsiteX0" fmla="*/ 1287062 w 1322196"/>
                  <a:gd name="connsiteY0" fmla="*/ 643531 h 678665"/>
                  <a:gd name="connsiteX1" fmla="*/ 1000431 w 1322196"/>
                  <a:gd name="connsiteY1" fmla="*/ 643531 h 678665"/>
                  <a:gd name="connsiteX2" fmla="*/ 1000431 w 1322196"/>
                  <a:gd name="connsiteY2" fmla="*/ 517783 h 678665"/>
                  <a:gd name="connsiteX3" fmla="*/ 1143747 w 1322196"/>
                  <a:gd name="connsiteY3" fmla="*/ 517783 h 678665"/>
                  <a:gd name="connsiteX4" fmla="*/ 1143782 w 1322196"/>
                  <a:gd name="connsiteY4" fmla="*/ 517783 h 678665"/>
                  <a:gd name="connsiteX5" fmla="*/ 1175192 w 1322196"/>
                  <a:gd name="connsiteY5" fmla="*/ 517783 h 678665"/>
                  <a:gd name="connsiteX6" fmla="*/ 1175192 w 1322196"/>
                  <a:gd name="connsiteY6" fmla="*/ 555096 h 678665"/>
                  <a:gd name="connsiteX7" fmla="*/ 1183976 w 1322196"/>
                  <a:gd name="connsiteY7" fmla="*/ 563880 h 678665"/>
                  <a:gd name="connsiteX8" fmla="*/ 1192760 w 1322196"/>
                  <a:gd name="connsiteY8" fmla="*/ 555096 h 678665"/>
                  <a:gd name="connsiteX9" fmla="*/ 1192760 w 1322196"/>
                  <a:gd name="connsiteY9" fmla="*/ 517783 h 678665"/>
                  <a:gd name="connsiteX10" fmla="*/ 1215422 w 1322196"/>
                  <a:gd name="connsiteY10" fmla="*/ 517783 h 678665"/>
                  <a:gd name="connsiteX11" fmla="*/ 1215422 w 1322196"/>
                  <a:gd name="connsiteY11" fmla="*/ 580640 h 678665"/>
                  <a:gd name="connsiteX12" fmla="*/ 1224206 w 1322196"/>
                  <a:gd name="connsiteY12" fmla="*/ 589423 h 678665"/>
                  <a:gd name="connsiteX13" fmla="*/ 1232989 w 1322196"/>
                  <a:gd name="connsiteY13" fmla="*/ 580640 h 678665"/>
                  <a:gd name="connsiteX14" fmla="*/ 1232989 w 1322196"/>
                  <a:gd name="connsiteY14" fmla="*/ 517783 h 678665"/>
                  <a:gd name="connsiteX15" fmla="*/ 1255651 w 1322196"/>
                  <a:gd name="connsiteY15" fmla="*/ 517783 h 678665"/>
                  <a:gd name="connsiteX16" fmla="*/ 1255651 w 1322196"/>
                  <a:gd name="connsiteY16" fmla="*/ 610012 h 678665"/>
                  <a:gd name="connsiteX17" fmla="*/ 1264435 w 1322196"/>
                  <a:gd name="connsiteY17" fmla="*/ 618796 h 678665"/>
                  <a:gd name="connsiteX18" fmla="*/ 1273219 w 1322196"/>
                  <a:gd name="connsiteY18" fmla="*/ 610012 h 678665"/>
                  <a:gd name="connsiteX19" fmla="*/ 1273219 w 1322196"/>
                  <a:gd name="connsiteY19" fmla="*/ 517783 h 678665"/>
                  <a:gd name="connsiteX20" fmla="*/ 1287062 w 1322196"/>
                  <a:gd name="connsiteY20" fmla="*/ 517783 h 678665"/>
                  <a:gd name="connsiteX21" fmla="*/ 1287062 w 1322196"/>
                  <a:gd name="connsiteY21" fmla="*/ 643531 h 678665"/>
                  <a:gd name="connsiteX22" fmla="*/ 982864 w 1322196"/>
                  <a:gd name="connsiteY22" fmla="*/ 482648 h 678665"/>
                  <a:gd name="connsiteX23" fmla="*/ 839549 w 1322196"/>
                  <a:gd name="connsiteY23" fmla="*/ 482648 h 678665"/>
                  <a:gd name="connsiteX24" fmla="*/ 839549 w 1322196"/>
                  <a:gd name="connsiteY24" fmla="*/ 356900 h 678665"/>
                  <a:gd name="connsiteX25" fmla="*/ 1014310 w 1322196"/>
                  <a:gd name="connsiteY25" fmla="*/ 356900 h 678665"/>
                  <a:gd name="connsiteX26" fmla="*/ 1014310 w 1322196"/>
                  <a:gd name="connsiteY26" fmla="*/ 394214 h 678665"/>
                  <a:gd name="connsiteX27" fmla="*/ 1023093 w 1322196"/>
                  <a:gd name="connsiteY27" fmla="*/ 402997 h 678665"/>
                  <a:gd name="connsiteX28" fmla="*/ 1031877 w 1322196"/>
                  <a:gd name="connsiteY28" fmla="*/ 394214 h 678665"/>
                  <a:gd name="connsiteX29" fmla="*/ 1031877 w 1322196"/>
                  <a:gd name="connsiteY29" fmla="*/ 356900 h 678665"/>
                  <a:gd name="connsiteX30" fmla="*/ 1054539 w 1322196"/>
                  <a:gd name="connsiteY30" fmla="*/ 356900 h 678665"/>
                  <a:gd name="connsiteX31" fmla="*/ 1054539 w 1322196"/>
                  <a:gd name="connsiteY31" fmla="*/ 419792 h 678665"/>
                  <a:gd name="connsiteX32" fmla="*/ 1063323 w 1322196"/>
                  <a:gd name="connsiteY32" fmla="*/ 428576 h 678665"/>
                  <a:gd name="connsiteX33" fmla="*/ 1072107 w 1322196"/>
                  <a:gd name="connsiteY33" fmla="*/ 419792 h 678665"/>
                  <a:gd name="connsiteX34" fmla="*/ 1072107 w 1322196"/>
                  <a:gd name="connsiteY34" fmla="*/ 356900 h 678665"/>
                  <a:gd name="connsiteX35" fmla="*/ 1094733 w 1322196"/>
                  <a:gd name="connsiteY35" fmla="*/ 356900 h 678665"/>
                  <a:gd name="connsiteX36" fmla="*/ 1094733 w 1322196"/>
                  <a:gd name="connsiteY36" fmla="*/ 449130 h 678665"/>
                  <a:gd name="connsiteX37" fmla="*/ 1103517 w 1322196"/>
                  <a:gd name="connsiteY37" fmla="*/ 457913 h 678665"/>
                  <a:gd name="connsiteX38" fmla="*/ 1112301 w 1322196"/>
                  <a:gd name="connsiteY38" fmla="*/ 449130 h 678665"/>
                  <a:gd name="connsiteX39" fmla="*/ 1112301 w 1322196"/>
                  <a:gd name="connsiteY39" fmla="*/ 356900 h 678665"/>
                  <a:gd name="connsiteX40" fmla="*/ 1126179 w 1322196"/>
                  <a:gd name="connsiteY40" fmla="*/ 356900 h 678665"/>
                  <a:gd name="connsiteX41" fmla="*/ 1126179 w 1322196"/>
                  <a:gd name="connsiteY41" fmla="*/ 482648 h 678665"/>
                  <a:gd name="connsiteX42" fmla="*/ 982864 w 1322196"/>
                  <a:gd name="connsiteY42" fmla="*/ 482648 h 678665"/>
                  <a:gd name="connsiteX43" fmla="*/ 965296 w 1322196"/>
                  <a:gd name="connsiteY43" fmla="*/ 643531 h 678665"/>
                  <a:gd name="connsiteX44" fmla="*/ 678666 w 1322196"/>
                  <a:gd name="connsiteY44" fmla="*/ 643531 h 678665"/>
                  <a:gd name="connsiteX45" fmla="*/ 678666 w 1322196"/>
                  <a:gd name="connsiteY45" fmla="*/ 517783 h 678665"/>
                  <a:gd name="connsiteX46" fmla="*/ 853427 w 1322196"/>
                  <a:gd name="connsiteY46" fmla="*/ 517783 h 678665"/>
                  <a:gd name="connsiteX47" fmla="*/ 853427 w 1322196"/>
                  <a:gd name="connsiteY47" fmla="*/ 555096 h 678665"/>
                  <a:gd name="connsiteX48" fmla="*/ 862211 w 1322196"/>
                  <a:gd name="connsiteY48" fmla="*/ 563880 h 678665"/>
                  <a:gd name="connsiteX49" fmla="*/ 870994 w 1322196"/>
                  <a:gd name="connsiteY49" fmla="*/ 555096 h 678665"/>
                  <a:gd name="connsiteX50" fmla="*/ 870994 w 1322196"/>
                  <a:gd name="connsiteY50" fmla="*/ 517783 h 678665"/>
                  <a:gd name="connsiteX51" fmla="*/ 893621 w 1322196"/>
                  <a:gd name="connsiteY51" fmla="*/ 517783 h 678665"/>
                  <a:gd name="connsiteX52" fmla="*/ 893621 w 1322196"/>
                  <a:gd name="connsiteY52" fmla="*/ 580640 h 678665"/>
                  <a:gd name="connsiteX53" fmla="*/ 902405 w 1322196"/>
                  <a:gd name="connsiteY53" fmla="*/ 589423 h 678665"/>
                  <a:gd name="connsiteX54" fmla="*/ 911189 w 1322196"/>
                  <a:gd name="connsiteY54" fmla="*/ 580640 h 678665"/>
                  <a:gd name="connsiteX55" fmla="*/ 911189 w 1322196"/>
                  <a:gd name="connsiteY55" fmla="*/ 517783 h 678665"/>
                  <a:gd name="connsiteX56" fmla="*/ 933851 w 1322196"/>
                  <a:gd name="connsiteY56" fmla="*/ 517783 h 678665"/>
                  <a:gd name="connsiteX57" fmla="*/ 933851 w 1322196"/>
                  <a:gd name="connsiteY57" fmla="*/ 610012 h 678665"/>
                  <a:gd name="connsiteX58" fmla="*/ 942634 w 1322196"/>
                  <a:gd name="connsiteY58" fmla="*/ 618796 h 678665"/>
                  <a:gd name="connsiteX59" fmla="*/ 951418 w 1322196"/>
                  <a:gd name="connsiteY59" fmla="*/ 610012 h 678665"/>
                  <a:gd name="connsiteX60" fmla="*/ 951418 w 1322196"/>
                  <a:gd name="connsiteY60" fmla="*/ 517783 h 678665"/>
                  <a:gd name="connsiteX61" fmla="*/ 965296 w 1322196"/>
                  <a:gd name="connsiteY61" fmla="*/ 517783 h 678665"/>
                  <a:gd name="connsiteX62" fmla="*/ 965296 w 1322196"/>
                  <a:gd name="connsiteY62" fmla="*/ 643531 h 678665"/>
                  <a:gd name="connsiteX63" fmla="*/ 661098 w 1322196"/>
                  <a:gd name="connsiteY63" fmla="*/ 482648 h 678665"/>
                  <a:gd name="connsiteX64" fmla="*/ 517783 w 1322196"/>
                  <a:gd name="connsiteY64" fmla="*/ 482648 h 678665"/>
                  <a:gd name="connsiteX65" fmla="*/ 517783 w 1322196"/>
                  <a:gd name="connsiteY65" fmla="*/ 356900 h 678665"/>
                  <a:gd name="connsiteX66" fmla="*/ 692544 w 1322196"/>
                  <a:gd name="connsiteY66" fmla="*/ 356900 h 678665"/>
                  <a:gd name="connsiteX67" fmla="*/ 692544 w 1322196"/>
                  <a:gd name="connsiteY67" fmla="*/ 394214 h 678665"/>
                  <a:gd name="connsiteX68" fmla="*/ 701328 w 1322196"/>
                  <a:gd name="connsiteY68" fmla="*/ 402997 h 678665"/>
                  <a:gd name="connsiteX69" fmla="*/ 710112 w 1322196"/>
                  <a:gd name="connsiteY69" fmla="*/ 394214 h 678665"/>
                  <a:gd name="connsiteX70" fmla="*/ 710112 w 1322196"/>
                  <a:gd name="connsiteY70" fmla="*/ 356900 h 678665"/>
                  <a:gd name="connsiteX71" fmla="*/ 732774 w 1322196"/>
                  <a:gd name="connsiteY71" fmla="*/ 356900 h 678665"/>
                  <a:gd name="connsiteX72" fmla="*/ 732774 w 1322196"/>
                  <a:gd name="connsiteY72" fmla="*/ 419792 h 678665"/>
                  <a:gd name="connsiteX73" fmla="*/ 741557 w 1322196"/>
                  <a:gd name="connsiteY73" fmla="*/ 428576 h 678665"/>
                  <a:gd name="connsiteX74" fmla="*/ 750341 w 1322196"/>
                  <a:gd name="connsiteY74" fmla="*/ 419792 h 678665"/>
                  <a:gd name="connsiteX75" fmla="*/ 750341 w 1322196"/>
                  <a:gd name="connsiteY75" fmla="*/ 356900 h 678665"/>
                  <a:gd name="connsiteX76" fmla="*/ 772968 w 1322196"/>
                  <a:gd name="connsiteY76" fmla="*/ 356900 h 678665"/>
                  <a:gd name="connsiteX77" fmla="*/ 772968 w 1322196"/>
                  <a:gd name="connsiteY77" fmla="*/ 449130 h 678665"/>
                  <a:gd name="connsiteX78" fmla="*/ 781752 w 1322196"/>
                  <a:gd name="connsiteY78" fmla="*/ 457913 h 678665"/>
                  <a:gd name="connsiteX79" fmla="*/ 790535 w 1322196"/>
                  <a:gd name="connsiteY79" fmla="*/ 449130 h 678665"/>
                  <a:gd name="connsiteX80" fmla="*/ 790535 w 1322196"/>
                  <a:gd name="connsiteY80" fmla="*/ 356900 h 678665"/>
                  <a:gd name="connsiteX81" fmla="*/ 804414 w 1322196"/>
                  <a:gd name="connsiteY81" fmla="*/ 356900 h 678665"/>
                  <a:gd name="connsiteX82" fmla="*/ 804414 w 1322196"/>
                  <a:gd name="connsiteY82" fmla="*/ 482648 h 678665"/>
                  <a:gd name="connsiteX83" fmla="*/ 661098 w 1322196"/>
                  <a:gd name="connsiteY83" fmla="*/ 482648 h 678665"/>
                  <a:gd name="connsiteX84" fmla="*/ 643531 w 1322196"/>
                  <a:gd name="connsiteY84" fmla="*/ 643531 h 678665"/>
                  <a:gd name="connsiteX85" fmla="*/ 356900 w 1322196"/>
                  <a:gd name="connsiteY85" fmla="*/ 643531 h 678665"/>
                  <a:gd name="connsiteX86" fmla="*/ 356900 w 1322196"/>
                  <a:gd name="connsiteY86" fmla="*/ 517783 h 678665"/>
                  <a:gd name="connsiteX87" fmla="*/ 531626 w 1322196"/>
                  <a:gd name="connsiteY87" fmla="*/ 517783 h 678665"/>
                  <a:gd name="connsiteX88" fmla="*/ 531626 w 1322196"/>
                  <a:gd name="connsiteY88" fmla="*/ 555096 h 678665"/>
                  <a:gd name="connsiteX89" fmla="*/ 540410 w 1322196"/>
                  <a:gd name="connsiteY89" fmla="*/ 563880 h 678665"/>
                  <a:gd name="connsiteX90" fmla="*/ 549194 w 1322196"/>
                  <a:gd name="connsiteY90" fmla="*/ 555096 h 678665"/>
                  <a:gd name="connsiteX91" fmla="*/ 549194 w 1322196"/>
                  <a:gd name="connsiteY91" fmla="*/ 517783 h 678665"/>
                  <a:gd name="connsiteX92" fmla="*/ 571856 w 1322196"/>
                  <a:gd name="connsiteY92" fmla="*/ 517783 h 678665"/>
                  <a:gd name="connsiteX93" fmla="*/ 571856 w 1322196"/>
                  <a:gd name="connsiteY93" fmla="*/ 580640 h 678665"/>
                  <a:gd name="connsiteX94" fmla="*/ 580639 w 1322196"/>
                  <a:gd name="connsiteY94" fmla="*/ 589423 h 678665"/>
                  <a:gd name="connsiteX95" fmla="*/ 589423 w 1322196"/>
                  <a:gd name="connsiteY95" fmla="*/ 580640 h 678665"/>
                  <a:gd name="connsiteX96" fmla="*/ 589423 w 1322196"/>
                  <a:gd name="connsiteY96" fmla="*/ 517783 h 678665"/>
                  <a:gd name="connsiteX97" fmla="*/ 612085 w 1322196"/>
                  <a:gd name="connsiteY97" fmla="*/ 517783 h 678665"/>
                  <a:gd name="connsiteX98" fmla="*/ 612085 w 1322196"/>
                  <a:gd name="connsiteY98" fmla="*/ 610012 h 678665"/>
                  <a:gd name="connsiteX99" fmla="*/ 620869 w 1322196"/>
                  <a:gd name="connsiteY99" fmla="*/ 618796 h 678665"/>
                  <a:gd name="connsiteX100" fmla="*/ 629653 w 1322196"/>
                  <a:gd name="connsiteY100" fmla="*/ 610012 h 678665"/>
                  <a:gd name="connsiteX101" fmla="*/ 629653 w 1322196"/>
                  <a:gd name="connsiteY101" fmla="*/ 517783 h 678665"/>
                  <a:gd name="connsiteX102" fmla="*/ 643531 w 1322196"/>
                  <a:gd name="connsiteY102" fmla="*/ 517783 h 678665"/>
                  <a:gd name="connsiteX103" fmla="*/ 643531 w 1322196"/>
                  <a:gd name="connsiteY103" fmla="*/ 643531 h 678665"/>
                  <a:gd name="connsiteX104" fmla="*/ 339333 w 1322196"/>
                  <a:gd name="connsiteY104" fmla="*/ 482648 h 678665"/>
                  <a:gd name="connsiteX105" fmla="*/ 196018 w 1322196"/>
                  <a:gd name="connsiteY105" fmla="*/ 482648 h 678665"/>
                  <a:gd name="connsiteX106" fmla="*/ 196018 w 1322196"/>
                  <a:gd name="connsiteY106" fmla="*/ 356900 h 678665"/>
                  <a:gd name="connsiteX107" fmla="*/ 370744 w 1322196"/>
                  <a:gd name="connsiteY107" fmla="*/ 356900 h 678665"/>
                  <a:gd name="connsiteX108" fmla="*/ 370744 w 1322196"/>
                  <a:gd name="connsiteY108" fmla="*/ 394214 h 678665"/>
                  <a:gd name="connsiteX109" fmla="*/ 379527 w 1322196"/>
                  <a:gd name="connsiteY109" fmla="*/ 402997 h 678665"/>
                  <a:gd name="connsiteX110" fmla="*/ 388311 w 1322196"/>
                  <a:gd name="connsiteY110" fmla="*/ 394214 h 678665"/>
                  <a:gd name="connsiteX111" fmla="*/ 388311 w 1322196"/>
                  <a:gd name="connsiteY111" fmla="*/ 356900 h 678665"/>
                  <a:gd name="connsiteX112" fmla="*/ 410973 w 1322196"/>
                  <a:gd name="connsiteY112" fmla="*/ 356900 h 678665"/>
                  <a:gd name="connsiteX113" fmla="*/ 410973 w 1322196"/>
                  <a:gd name="connsiteY113" fmla="*/ 419792 h 678665"/>
                  <a:gd name="connsiteX114" fmla="*/ 419757 w 1322196"/>
                  <a:gd name="connsiteY114" fmla="*/ 428576 h 678665"/>
                  <a:gd name="connsiteX115" fmla="*/ 428540 w 1322196"/>
                  <a:gd name="connsiteY115" fmla="*/ 419792 h 678665"/>
                  <a:gd name="connsiteX116" fmla="*/ 428540 w 1322196"/>
                  <a:gd name="connsiteY116" fmla="*/ 356900 h 678665"/>
                  <a:gd name="connsiteX117" fmla="*/ 451202 w 1322196"/>
                  <a:gd name="connsiteY117" fmla="*/ 356900 h 678665"/>
                  <a:gd name="connsiteX118" fmla="*/ 451202 w 1322196"/>
                  <a:gd name="connsiteY118" fmla="*/ 449130 h 678665"/>
                  <a:gd name="connsiteX119" fmla="*/ 459986 w 1322196"/>
                  <a:gd name="connsiteY119" fmla="*/ 457913 h 678665"/>
                  <a:gd name="connsiteX120" fmla="*/ 468770 w 1322196"/>
                  <a:gd name="connsiteY120" fmla="*/ 449130 h 678665"/>
                  <a:gd name="connsiteX121" fmla="*/ 468770 w 1322196"/>
                  <a:gd name="connsiteY121" fmla="*/ 356900 h 678665"/>
                  <a:gd name="connsiteX122" fmla="*/ 482648 w 1322196"/>
                  <a:gd name="connsiteY122" fmla="*/ 356900 h 678665"/>
                  <a:gd name="connsiteX123" fmla="*/ 482648 w 1322196"/>
                  <a:gd name="connsiteY123" fmla="*/ 482648 h 678665"/>
                  <a:gd name="connsiteX124" fmla="*/ 339333 w 1322196"/>
                  <a:gd name="connsiteY124" fmla="*/ 482648 h 678665"/>
                  <a:gd name="connsiteX125" fmla="*/ 321730 w 1322196"/>
                  <a:gd name="connsiteY125" fmla="*/ 643531 h 678665"/>
                  <a:gd name="connsiteX126" fmla="*/ 35135 w 1322196"/>
                  <a:gd name="connsiteY126" fmla="*/ 643531 h 678665"/>
                  <a:gd name="connsiteX127" fmla="*/ 35135 w 1322196"/>
                  <a:gd name="connsiteY127" fmla="*/ 517783 h 678665"/>
                  <a:gd name="connsiteX128" fmla="*/ 178415 w 1322196"/>
                  <a:gd name="connsiteY128" fmla="*/ 517783 h 678665"/>
                  <a:gd name="connsiteX129" fmla="*/ 178450 w 1322196"/>
                  <a:gd name="connsiteY129" fmla="*/ 517783 h 678665"/>
                  <a:gd name="connsiteX130" fmla="*/ 209861 w 1322196"/>
                  <a:gd name="connsiteY130" fmla="*/ 517783 h 678665"/>
                  <a:gd name="connsiteX131" fmla="*/ 209861 w 1322196"/>
                  <a:gd name="connsiteY131" fmla="*/ 555096 h 678665"/>
                  <a:gd name="connsiteX132" fmla="*/ 218645 w 1322196"/>
                  <a:gd name="connsiteY132" fmla="*/ 563880 h 678665"/>
                  <a:gd name="connsiteX133" fmla="*/ 227428 w 1322196"/>
                  <a:gd name="connsiteY133" fmla="*/ 555096 h 678665"/>
                  <a:gd name="connsiteX134" fmla="*/ 227428 w 1322196"/>
                  <a:gd name="connsiteY134" fmla="*/ 517783 h 678665"/>
                  <a:gd name="connsiteX135" fmla="*/ 250090 w 1322196"/>
                  <a:gd name="connsiteY135" fmla="*/ 517783 h 678665"/>
                  <a:gd name="connsiteX136" fmla="*/ 250090 w 1322196"/>
                  <a:gd name="connsiteY136" fmla="*/ 580640 h 678665"/>
                  <a:gd name="connsiteX137" fmla="*/ 258874 w 1322196"/>
                  <a:gd name="connsiteY137" fmla="*/ 589423 h 678665"/>
                  <a:gd name="connsiteX138" fmla="*/ 267658 w 1322196"/>
                  <a:gd name="connsiteY138" fmla="*/ 580640 h 678665"/>
                  <a:gd name="connsiteX139" fmla="*/ 267658 w 1322196"/>
                  <a:gd name="connsiteY139" fmla="*/ 517783 h 678665"/>
                  <a:gd name="connsiteX140" fmla="*/ 290320 w 1322196"/>
                  <a:gd name="connsiteY140" fmla="*/ 517783 h 678665"/>
                  <a:gd name="connsiteX141" fmla="*/ 290320 w 1322196"/>
                  <a:gd name="connsiteY141" fmla="*/ 610012 h 678665"/>
                  <a:gd name="connsiteX142" fmla="*/ 299103 w 1322196"/>
                  <a:gd name="connsiteY142" fmla="*/ 618796 h 678665"/>
                  <a:gd name="connsiteX143" fmla="*/ 307887 w 1322196"/>
                  <a:gd name="connsiteY143" fmla="*/ 610012 h 678665"/>
                  <a:gd name="connsiteX144" fmla="*/ 307887 w 1322196"/>
                  <a:gd name="connsiteY144" fmla="*/ 517783 h 678665"/>
                  <a:gd name="connsiteX145" fmla="*/ 321730 w 1322196"/>
                  <a:gd name="connsiteY145" fmla="*/ 517783 h 678665"/>
                  <a:gd name="connsiteX146" fmla="*/ 321730 w 1322196"/>
                  <a:gd name="connsiteY146" fmla="*/ 643531 h 678665"/>
                  <a:gd name="connsiteX147" fmla="*/ 35135 w 1322196"/>
                  <a:gd name="connsiteY147" fmla="*/ 321766 h 678665"/>
                  <a:gd name="connsiteX148" fmla="*/ 35135 w 1322196"/>
                  <a:gd name="connsiteY148" fmla="*/ 196018 h 678665"/>
                  <a:gd name="connsiteX149" fmla="*/ 209861 w 1322196"/>
                  <a:gd name="connsiteY149" fmla="*/ 196018 h 678665"/>
                  <a:gd name="connsiteX150" fmla="*/ 209861 w 1322196"/>
                  <a:gd name="connsiteY150" fmla="*/ 233331 h 678665"/>
                  <a:gd name="connsiteX151" fmla="*/ 218645 w 1322196"/>
                  <a:gd name="connsiteY151" fmla="*/ 242115 h 678665"/>
                  <a:gd name="connsiteX152" fmla="*/ 227428 w 1322196"/>
                  <a:gd name="connsiteY152" fmla="*/ 233331 h 678665"/>
                  <a:gd name="connsiteX153" fmla="*/ 227428 w 1322196"/>
                  <a:gd name="connsiteY153" fmla="*/ 196018 h 678665"/>
                  <a:gd name="connsiteX154" fmla="*/ 250090 w 1322196"/>
                  <a:gd name="connsiteY154" fmla="*/ 196018 h 678665"/>
                  <a:gd name="connsiteX155" fmla="*/ 250090 w 1322196"/>
                  <a:gd name="connsiteY155" fmla="*/ 258874 h 678665"/>
                  <a:gd name="connsiteX156" fmla="*/ 258874 w 1322196"/>
                  <a:gd name="connsiteY156" fmla="*/ 267658 h 678665"/>
                  <a:gd name="connsiteX157" fmla="*/ 267658 w 1322196"/>
                  <a:gd name="connsiteY157" fmla="*/ 258874 h 678665"/>
                  <a:gd name="connsiteX158" fmla="*/ 267658 w 1322196"/>
                  <a:gd name="connsiteY158" fmla="*/ 196018 h 678665"/>
                  <a:gd name="connsiteX159" fmla="*/ 290320 w 1322196"/>
                  <a:gd name="connsiteY159" fmla="*/ 196018 h 678665"/>
                  <a:gd name="connsiteX160" fmla="*/ 290320 w 1322196"/>
                  <a:gd name="connsiteY160" fmla="*/ 288212 h 678665"/>
                  <a:gd name="connsiteX161" fmla="*/ 299103 w 1322196"/>
                  <a:gd name="connsiteY161" fmla="*/ 296995 h 678665"/>
                  <a:gd name="connsiteX162" fmla="*/ 307887 w 1322196"/>
                  <a:gd name="connsiteY162" fmla="*/ 288212 h 678665"/>
                  <a:gd name="connsiteX163" fmla="*/ 307887 w 1322196"/>
                  <a:gd name="connsiteY163" fmla="*/ 196018 h 678665"/>
                  <a:gd name="connsiteX164" fmla="*/ 321730 w 1322196"/>
                  <a:gd name="connsiteY164" fmla="*/ 196018 h 678665"/>
                  <a:gd name="connsiteX165" fmla="*/ 321730 w 1322196"/>
                  <a:gd name="connsiteY165" fmla="*/ 321766 h 678665"/>
                  <a:gd name="connsiteX166" fmla="*/ 35135 w 1322196"/>
                  <a:gd name="connsiteY166" fmla="*/ 321766 h 678665"/>
                  <a:gd name="connsiteX167" fmla="*/ 196018 w 1322196"/>
                  <a:gd name="connsiteY167" fmla="*/ 35135 h 678665"/>
                  <a:gd name="connsiteX168" fmla="*/ 370744 w 1322196"/>
                  <a:gd name="connsiteY168" fmla="*/ 35135 h 678665"/>
                  <a:gd name="connsiteX169" fmla="*/ 370744 w 1322196"/>
                  <a:gd name="connsiteY169" fmla="*/ 72448 h 678665"/>
                  <a:gd name="connsiteX170" fmla="*/ 379527 w 1322196"/>
                  <a:gd name="connsiteY170" fmla="*/ 81232 h 678665"/>
                  <a:gd name="connsiteX171" fmla="*/ 388311 w 1322196"/>
                  <a:gd name="connsiteY171" fmla="*/ 72448 h 678665"/>
                  <a:gd name="connsiteX172" fmla="*/ 388311 w 1322196"/>
                  <a:gd name="connsiteY172" fmla="*/ 35135 h 678665"/>
                  <a:gd name="connsiteX173" fmla="*/ 410973 w 1322196"/>
                  <a:gd name="connsiteY173" fmla="*/ 35135 h 678665"/>
                  <a:gd name="connsiteX174" fmla="*/ 410973 w 1322196"/>
                  <a:gd name="connsiteY174" fmla="*/ 97991 h 678665"/>
                  <a:gd name="connsiteX175" fmla="*/ 419757 w 1322196"/>
                  <a:gd name="connsiteY175" fmla="*/ 106775 h 678665"/>
                  <a:gd name="connsiteX176" fmla="*/ 428540 w 1322196"/>
                  <a:gd name="connsiteY176" fmla="*/ 97991 h 678665"/>
                  <a:gd name="connsiteX177" fmla="*/ 428540 w 1322196"/>
                  <a:gd name="connsiteY177" fmla="*/ 35135 h 678665"/>
                  <a:gd name="connsiteX178" fmla="*/ 451202 w 1322196"/>
                  <a:gd name="connsiteY178" fmla="*/ 35135 h 678665"/>
                  <a:gd name="connsiteX179" fmla="*/ 451202 w 1322196"/>
                  <a:gd name="connsiteY179" fmla="*/ 127329 h 678665"/>
                  <a:gd name="connsiteX180" fmla="*/ 459986 w 1322196"/>
                  <a:gd name="connsiteY180" fmla="*/ 136113 h 678665"/>
                  <a:gd name="connsiteX181" fmla="*/ 468770 w 1322196"/>
                  <a:gd name="connsiteY181" fmla="*/ 127329 h 678665"/>
                  <a:gd name="connsiteX182" fmla="*/ 468770 w 1322196"/>
                  <a:gd name="connsiteY182" fmla="*/ 35135 h 678665"/>
                  <a:gd name="connsiteX183" fmla="*/ 482648 w 1322196"/>
                  <a:gd name="connsiteY183" fmla="*/ 35135 h 678665"/>
                  <a:gd name="connsiteX184" fmla="*/ 482648 w 1322196"/>
                  <a:gd name="connsiteY184" fmla="*/ 160883 h 678665"/>
                  <a:gd name="connsiteX185" fmla="*/ 196018 w 1322196"/>
                  <a:gd name="connsiteY185" fmla="*/ 160883 h 678665"/>
                  <a:gd name="connsiteX186" fmla="*/ 196018 w 1322196"/>
                  <a:gd name="connsiteY186" fmla="*/ 35135 h 678665"/>
                  <a:gd name="connsiteX187" fmla="*/ 500216 w 1322196"/>
                  <a:gd name="connsiteY187" fmla="*/ 196018 h 678665"/>
                  <a:gd name="connsiteX188" fmla="*/ 531626 w 1322196"/>
                  <a:gd name="connsiteY188" fmla="*/ 196018 h 678665"/>
                  <a:gd name="connsiteX189" fmla="*/ 531626 w 1322196"/>
                  <a:gd name="connsiteY189" fmla="*/ 233331 h 678665"/>
                  <a:gd name="connsiteX190" fmla="*/ 540410 w 1322196"/>
                  <a:gd name="connsiteY190" fmla="*/ 242115 h 678665"/>
                  <a:gd name="connsiteX191" fmla="*/ 549194 w 1322196"/>
                  <a:gd name="connsiteY191" fmla="*/ 233331 h 678665"/>
                  <a:gd name="connsiteX192" fmla="*/ 549194 w 1322196"/>
                  <a:gd name="connsiteY192" fmla="*/ 196018 h 678665"/>
                  <a:gd name="connsiteX193" fmla="*/ 571856 w 1322196"/>
                  <a:gd name="connsiteY193" fmla="*/ 196018 h 678665"/>
                  <a:gd name="connsiteX194" fmla="*/ 571856 w 1322196"/>
                  <a:gd name="connsiteY194" fmla="*/ 258874 h 678665"/>
                  <a:gd name="connsiteX195" fmla="*/ 580639 w 1322196"/>
                  <a:gd name="connsiteY195" fmla="*/ 267658 h 678665"/>
                  <a:gd name="connsiteX196" fmla="*/ 589423 w 1322196"/>
                  <a:gd name="connsiteY196" fmla="*/ 258874 h 678665"/>
                  <a:gd name="connsiteX197" fmla="*/ 589423 w 1322196"/>
                  <a:gd name="connsiteY197" fmla="*/ 196018 h 678665"/>
                  <a:gd name="connsiteX198" fmla="*/ 612085 w 1322196"/>
                  <a:gd name="connsiteY198" fmla="*/ 196018 h 678665"/>
                  <a:gd name="connsiteX199" fmla="*/ 612085 w 1322196"/>
                  <a:gd name="connsiteY199" fmla="*/ 288212 h 678665"/>
                  <a:gd name="connsiteX200" fmla="*/ 620869 w 1322196"/>
                  <a:gd name="connsiteY200" fmla="*/ 296995 h 678665"/>
                  <a:gd name="connsiteX201" fmla="*/ 629653 w 1322196"/>
                  <a:gd name="connsiteY201" fmla="*/ 288212 h 678665"/>
                  <a:gd name="connsiteX202" fmla="*/ 629653 w 1322196"/>
                  <a:gd name="connsiteY202" fmla="*/ 196018 h 678665"/>
                  <a:gd name="connsiteX203" fmla="*/ 643531 w 1322196"/>
                  <a:gd name="connsiteY203" fmla="*/ 196018 h 678665"/>
                  <a:gd name="connsiteX204" fmla="*/ 643531 w 1322196"/>
                  <a:gd name="connsiteY204" fmla="*/ 321766 h 678665"/>
                  <a:gd name="connsiteX205" fmla="*/ 356865 w 1322196"/>
                  <a:gd name="connsiteY205" fmla="*/ 321766 h 678665"/>
                  <a:gd name="connsiteX206" fmla="*/ 356865 w 1322196"/>
                  <a:gd name="connsiteY206" fmla="*/ 196018 h 678665"/>
                  <a:gd name="connsiteX207" fmla="*/ 500216 w 1322196"/>
                  <a:gd name="connsiteY207" fmla="*/ 196018 h 678665"/>
                  <a:gd name="connsiteX208" fmla="*/ 517783 w 1322196"/>
                  <a:gd name="connsiteY208" fmla="*/ 35135 h 678665"/>
                  <a:gd name="connsiteX209" fmla="*/ 692544 w 1322196"/>
                  <a:gd name="connsiteY209" fmla="*/ 35135 h 678665"/>
                  <a:gd name="connsiteX210" fmla="*/ 692544 w 1322196"/>
                  <a:gd name="connsiteY210" fmla="*/ 72448 h 678665"/>
                  <a:gd name="connsiteX211" fmla="*/ 701328 w 1322196"/>
                  <a:gd name="connsiteY211" fmla="*/ 81232 h 678665"/>
                  <a:gd name="connsiteX212" fmla="*/ 710112 w 1322196"/>
                  <a:gd name="connsiteY212" fmla="*/ 72448 h 678665"/>
                  <a:gd name="connsiteX213" fmla="*/ 710112 w 1322196"/>
                  <a:gd name="connsiteY213" fmla="*/ 35135 h 678665"/>
                  <a:gd name="connsiteX214" fmla="*/ 732774 w 1322196"/>
                  <a:gd name="connsiteY214" fmla="*/ 35135 h 678665"/>
                  <a:gd name="connsiteX215" fmla="*/ 732774 w 1322196"/>
                  <a:gd name="connsiteY215" fmla="*/ 97991 h 678665"/>
                  <a:gd name="connsiteX216" fmla="*/ 741557 w 1322196"/>
                  <a:gd name="connsiteY216" fmla="*/ 106775 h 678665"/>
                  <a:gd name="connsiteX217" fmla="*/ 750341 w 1322196"/>
                  <a:gd name="connsiteY217" fmla="*/ 97991 h 678665"/>
                  <a:gd name="connsiteX218" fmla="*/ 750341 w 1322196"/>
                  <a:gd name="connsiteY218" fmla="*/ 35135 h 678665"/>
                  <a:gd name="connsiteX219" fmla="*/ 772968 w 1322196"/>
                  <a:gd name="connsiteY219" fmla="*/ 35135 h 678665"/>
                  <a:gd name="connsiteX220" fmla="*/ 772968 w 1322196"/>
                  <a:gd name="connsiteY220" fmla="*/ 127329 h 678665"/>
                  <a:gd name="connsiteX221" fmla="*/ 781752 w 1322196"/>
                  <a:gd name="connsiteY221" fmla="*/ 136113 h 678665"/>
                  <a:gd name="connsiteX222" fmla="*/ 790535 w 1322196"/>
                  <a:gd name="connsiteY222" fmla="*/ 127329 h 678665"/>
                  <a:gd name="connsiteX223" fmla="*/ 790535 w 1322196"/>
                  <a:gd name="connsiteY223" fmla="*/ 35135 h 678665"/>
                  <a:gd name="connsiteX224" fmla="*/ 804414 w 1322196"/>
                  <a:gd name="connsiteY224" fmla="*/ 35135 h 678665"/>
                  <a:gd name="connsiteX225" fmla="*/ 804414 w 1322196"/>
                  <a:gd name="connsiteY225" fmla="*/ 160883 h 678665"/>
                  <a:gd name="connsiteX226" fmla="*/ 517783 w 1322196"/>
                  <a:gd name="connsiteY226" fmla="*/ 160883 h 678665"/>
                  <a:gd name="connsiteX227" fmla="*/ 517783 w 1322196"/>
                  <a:gd name="connsiteY227" fmla="*/ 35135 h 678665"/>
                  <a:gd name="connsiteX228" fmla="*/ 821981 w 1322196"/>
                  <a:gd name="connsiteY228" fmla="*/ 196018 h 678665"/>
                  <a:gd name="connsiteX229" fmla="*/ 853427 w 1322196"/>
                  <a:gd name="connsiteY229" fmla="*/ 196018 h 678665"/>
                  <a:gd name="connsiteX230" fmla="*/ 853427 w 1322196"/>
                  <a:gd name="connsiteY230" fmla="*/ 233331 h 678665"/>
                  <a:gd name="connsiteX231" fmla="*/ 862211 w 1322196"/>
                  <a:gd name="connsiteY231" fmla="*/ 242115 h 678665"/>
                  <a:gd name="connsiteX232" fmla="*/ 870994 w 1322196"/>
                  <a:gd name="connsiteY232" fmla="*/ 233331 h 678665"/>
                  <a:gd name="connsiteX233" fmla="*/ 870994 w 1322196"/>
                  <a:gd name="connsiteY233" fmla="*/ 196018 h 678665"/>
                  <a:gd name="connsiteX234" fmla="*/ 893621 w 1322196"/>
                  <a:gd name="connsiteY234" fmla="*/ 196018 h 678665"/>
                  <a:gd name="connsiteX235" fmla="*/ 893621 w 1322196"/>
                  <a:gd name="connsiteY235" fmla="*/ 258874 h 678665"/>
                  <a:gd name="connsiteX236" fmla="*/ 902405 w 1322196"/>
                  <a:gd name="connsiteY236" fmla="*/ 267658 h 678665"/>
                  <a:gd name="connsiteX237" fmla="*/ 911189 w 1322196"/>
                  <a:gd name="connsiteY237" fmla="*/ 258874 h 678665"/>
                  <a:gd name="connsiteX238" fmla="*/ 911189 w 1322196"/>
                  <a:gd name="connsiteY238" fmla="*/ 196018 h 678665"/>
                  <a:gd name="connsiteX239" fmla="*/ 933851 w 1322196"/>
                  <a:gd name="connsiteY239" fmla="*/ 196018 h 678665"/>
                  <a:gd name="connsiteX240" fmla="*/ 933851 w 1322196"/>
                  <a:gd name="connsiteY240" fmla="*/ 288212 h 678665"/>
                  <a:gd name="connsiteX241" fmla="*/ 942634 w 1322196"/>
                  <a:gd name="connsiteY241" fmla="*/ 296995 h 678665"/>
                  <a:gd name="connsiteX242" fmla="*/ 951418 w 1322196"/>
                  <a:gd name="connsiteY242" fmla="*/ 288212 h 678665"/>
                  <a:gd name="connsiteX243" fmla="*/ 951418 w 1322196"/>
                  <a:gd name="connsiteY243" fmla="*/ 196018 h 678665"/>
                  <a:gd name="connsiteX244" fmla="*/ 965296 w 1322196"/>
                  <a:gd name="connsiteY244" fmla="*/ 196018 h 678665"/>
                  <a:gd name="connsiteX245" fmla="*/ 965296 w 1322196"/>
                  <a:gd name="connsiteY245" fmla="*/ 321766 h 678665"/>
                  <a:gd name="connsiteX246" fmla="*/ 678666 w 1322196"/>
                  <a:gd name="connsiteY246" fmla="*/ 321766 h 678665"/>
                  <a:gd name="connsiteX247" fmla="*/ 678666 w 1322196"/>
                  <a:gd name="connsiteY247" fmla="*/ 196018 h 678665"/>
                  <a:gd name="connsiteX248" fmla="*/ 821981 w 1322196"/>
                  <a:gd name="connsiteY248" fmla="*/ 196018 h 678665"/>
                  <a:gd name="connsiteX249" fmla="*/ 839549 w 1322196"/>
                  <a:gd name="connsiteY249" fmla="*/ 35135 h 678665"/>
                  <a:gd name="connsiteX250" fmla="*/ 1014310 w 1322196"/>
                  <a:gd name="connsiteY250" fmla="*/ 35135 h 678665"/>
                  <a:gd name="connsiteX251" fmla="*/ 1014310 w 1322196"/>
                  <a:gd name="connsiteY251" fmla="*/ 72448 h 678665"/>
                  <a:gd name="connsiteX252" fmla="*/ 1023093 w 1322196"/>
                  <a:gd name="connsiteY252" fmla="*/ 81232 h 678665"/>
                  <a:gd name="connsiteX253" fmla="*/ 1031877 w 1322196"/>
                  <a:gd name="connsiteY253" fmla="*/ 72448 h 678665"/>
                  <a:gd name="connsiteX254" fmla="*/ 1031877 w 1322196"/>
                  <a:gd name="connsiteY254" fmla="*/ 35135 h 678665"/>
                  <a:gd name="connsiteX255" fmla="*/ 1054539 w 1322196"/>
                  <a:gd name="connsiteY255" fmla="*/ 35135 h 678665"/>
                  <a:gd name="connsiteX256" fmla="*/ 1054539 w 1322196"/>
                  <a:gd name="connsiteY256" fmla="*/ 97991 h 678665"/>
                  <a:gd name="connsiteX257" fmla="*/ 1063323 w 1322196"/>
                  <a:gd name="connsiteY257" fmla="*/ 106775 h 678665"/>
                  <a:gd name="connsiteX258" fmla="*/ 1072107 w 1322196"/>
                  <a:gd name="connsiteY258" fmla="*/ 97991 h 678665"/>
                  <a:gd name="connsiteX259" fmla="*/ 1072107 w 1322196"/>
                  <a:gd name="connsiteY259" fmla="*/ 35135 h 678665"/>
                  <a:gd name="connsiteX260" fmla="*/ 1094733 w 1322196"/>
                  <a:gd name="connsiteY260" fmla="*/ 35135 h 678665"/>
                  <a:gd name="connsiteX261" fmla="*/ 1094733 w 1322196"/>
                  <a:gd name="connsiteY261" fmla="*/ 127329 h 678665"/>
                  <a:gd name="connsiteX262" fmla="*/ 1103517 w 1322196"/>
                  <a:gd name="connsiteY262" fmla="*/ 136113 h 678665"/>
                  <a:gd name="connsiteX263" fmla="*/ 1112301 w 1322196"/>
                  <a:gd name="connsiteY263" fmla="*/ 127329 h 678665"/>
                  <a:gd name="connsiteX264" fmla="*/ 1112301 w 1322196"/>
                  <a:gd name="connsiteY264" fmla="*/ 35135 h 678665"/>
                  <a:gd name="connsiteX265" fmla="*/ 1126179 w 1322196"/>
                  <a:gd name="connsiteY265" fmla="*/ 35135 h 678665"/>
                  <a:gd name="connsiteX266" fmla="*/ 1126179 w 1322196"/>
                  <a:gd name="connsiteY266" fmla="*/ 160883 h 678665"/>
                  <a:gd name="connsiteX267" fmla="*/ 839549 w 1322196"/>
                  <a:gd name="connsiteY267" fmla="*/ 160883 h 678665"/>
                  <a:gd name="connsiteX268" fmla="*/ 839549 w 1322196"/>
                  <a:gd name="connsiteY268" fmla="*/ 35135 h 678665"/>
                  <a:gd name="connsiteX269" fmla="*/ 1143782 w 1322196"/>
                  <a:gd name="connsiteY269" fmla="*/ 196018 h 678665"/>
                  <a:gd name="connsiteX270" fmla="*/ 1175192 w 1322196"/>
                  <a:gd name="connsiteY270" fmla="*/ 196018 h 678665"/>
                  <a:gd name="connsiteX271" fmla="*/ 1175192 w 1322196"/>
                  <a:gd name="connsiteY271" fmla="*/ 233331 h 678665"/>
                  <a:gd name="connsiteX272" fmla="*/ 1183976 w 1322196"/>
                  <a:gd name="connsiteY272" fmla="*/ 242115 h 678665"/>
                  <a:gd name="connsiteX273" fmla="*/ 1192760 w 1322196"/>
                  <a:gd name="connsiteY273" fmla="*/ 233331 h 678665"/>
                  <a:gd name="connsiteX274" fmla="*/ 1192760 w 1322196"/>
                  <a:gd name="connsiteY274" fmla="*/ 196018 h 678665"/>
                  <a:gd name="connsiteX275" fmla="*/ 1215422 w 1322196"/>
                  <a:gd name="connsiteY275" fmla="*/ 196018 h 678665"/>
                  <a:gd name="connsiteX276" fmla="*/ 1215422 w 1322196"/>
                  <a:gd name="connsiteY276" fmla="*/ 258874 h 678665"/>
                  <a:gd name="connsiteX277" fmla="*/ 1224206 w 1322196"/>
                  <a:gd name="connsiteY277" fmla="*/ 267658 h 678665"/>
                  <a:gd name="connsiteX278" fmla="*/ 1232989 w 1322196"/>
                  <a:gd name="connsiteY278" fmla="*/ 258874 h 678665"/>
                  <a:gd name="connsiteX279" fmla="*/ 1232989 w 1322196"/>
                  <a:gd name="connsiteY279" fmla="*/ 196018 h 678665"/>
                  <a:gd name="connsiteX280" fmla="*/ 1255651 w 1322196"/>
                  <a:gd name="connsiteY280" fmla="*/ 196018 h 678665"/>
                  <a:gd name="connsiteX281" fmla="*/ 1255651 w 1322196"/>
                  <a:gd name="connsiteY281" fmla="*/ 288212 h 678665"/>
                  <a:gd name="connsiteX282" fmla="*/ 1264435 w 1322196"/>
                  <a:gd name="connsiteY282" fmla="*/ 296995 h 678665"/>
                  <a:gd name="connsiteX283" fmla="*/ 1273219 w 1322196"/>
                  <a:gd name="connsiteY283" fmla="*/ 288212 h 678665"/>
                  <a:gd name="connsiteX284" fmla="*/ 1273219 w 1322196"/>
                  <a:gd name="connsiteY284" fmla="*/ 196018 h 678665"/>
                  <a:gd name="connsiteX285" fmla="*/ 1287062 w 1322196"/>
                  <a:gd name="connsiteY285" fmla="*/ 196018 h 678665"/>
                  <a:gd name="connsiteX286" fmla="*/ 1287062 w 1322196"/>
                  <a:gd name="connsiteY286" fmla="*/ 321766 h 678665"/>
                  <a:gd name="connsiteX287" fmla="*/ 1000431 w 1322196"/>
                  <a:gd name="connsiteY287" fmla="*/ 321766 h 678665"/>
                  <a:gd name="connsiteX288" fmla="*/ 1000431 w 1322196"/>
                  <a:gd name="connsiteY288" fmla="*/ 196018 h 678665"/>
                  <a:gd name="connsiteX289" fmla="*/ 1143782 w 1322196"/>
                  <a:gd name="connsiteY289" fmla="*/ 196018 h 678665"/>
                  <a:gd name="connsiteX290" fmla="*/ 1304629 w 1322196"/>
                  <a:gd name="connsiteY290" fmla="*/ 482648 h 678665"/>
                  <a:gd name="connsiteX291" fmla="*/ 1161314 w 1322196"/>
                  <a:gd name="connsiteY291" fmla="*/ 482648 h 678665"/>
                  <a:gd name="connsiteX292" fmla="*/ 1161314 w 1322196"/>
                  <a:gd name="connsiteY292" fmla="*/ 356900 h 678665"/>
                  <a:gd name="connsiteX293" fmla="*/ 1304629 w 1322196"/>
                  <a:gd name="connsiteY293" fmla="*/ 356900 h 678665"/>
                  <a:gd name="connsiteX294" fmla="*/ 1322197 w 1322196"/>
                  <a:gd name="connsiteY294" fmla="*/ 339333 h 678665"/>
                  <a:gd name="connsiteX295" fmla="*/ 1322197 w 1322196"/>
                  <a:gd name="connsiteY295" fmla="*/ 178450 h 678665"/>
                  <a:gd name="connsiteX296" fmla="*/ 1304629 w 1322196"/>
                  <a:gd name="connsiteY296" fmla="*/ 160883 h 678665"/>
                  <a:gd name="connsiteX297" fmla="*/ 1161314 w 1322196"/>
                  <a:gd name="connsiteY297" fmla="*/ 160883 h 678665"/>
                  <a:gd name="connsiteX298" fmla="*/ 1161314 w 1322196"/>
                  <a:gd name="connsiteY298" fmla="*/ 17567 h 678665"/>
                  <a:gd name="connsiteX299" fmla="*/ 1143747 w 1322196"/>
                  <a:gd name="connsiteY299" fmla="*/ 0 h 678665"/>
                  <a:gd name="connsiteX300" fmla="*/ 178450 w 1322196"/>
                  <a:gd name="connsiteY300" fmla="*/ 0 h 678665"/>
                  <a:gd name="connsiteX301" fmla="*/ 160883 w 1322196"/>
                  <a:gd name="connsiteY301" fmla="*/ 17567 h 678665"/>
                  <a:gd name="connsiteX302" fmla="*/ 160883 w 1322196"/>
                  <a:gd name="connsiteY302" fmla="*/ 160883 h 678665"/>
                  <a:gd name="connsiteX303" fmla="*/ 17567 w 1322196"/>
                  <a:gd name="connsiteY303" fmla="*/ 160883 h 678665"/>
                  <a:gd name="connsiteX304" fmla="*/ 0 w 1322196"/>
                  <a:gd name="connsiteY304" fmla="*/ 178450 h 678665"/>
                  <a:gd name="connsiteX305" fmla="*/ 0 w 1322196"/>
                  <a:gd name="connsiteY305" fmla="*/ 339333 h 678665"/>
                  <a:gd name="connsiteX306" fmla="*/ 17567 w 1322196"/>
                  <a:gd name="connsiteY306" fmla="*/ 356900 h 678665"/>
                  <a:gd name="connsiteX307" fmla="*/ 160883 w 1322196"/>
                  <a:gd name="connsiteY307" fmla="*/ 356900 h 678665"/>
                  <a:gd name="connsiteX308" fmla="*/ 160883 w 1322196"/>
                  <a:gd name="connsiteY308" fmla="*/ 482648 h 678665"/>
                  <a:gd name="connsiteX309" fmla="*/ 17567 w 1322196"/>
                  <a:gd name="connsiteY309" fmla="*/ 482648 h 678665"/>
                  <a:gd name="connsiteX310" fmla="*/ 0 w 1322196"/>
                  <a:gd name="connsiteY310" fmla="*/ 500216 h 678665"/>
                  <a:gd name="connsiteX311" fmla="*/ 0 w 1322196"/>
                  <a:gd name="connsiteY311" fmla="*/ 661098 h 678665"/>
                  <a:gd name="connsiteX312" fmla="*/ 17567 w 1322196"/>
                  <a:gd name="connsiteY312" fmla="*/ 678666 h 678665"/>
                  <a:gd name="connsiteX313" fmla="*/ 1304629 w 1322196"/>
                  <a:gd name="connsiteY313" fmla="*/ 678666 h 678665"/>
                  <a:gd name="connsiteX314" fmla="*/ 1322197 w 1322196"/>
                  <a:gd name="connsiteY314" fmla="*/ 661098 h 678665"/>
                  <a:gd name="connsiteX315" fmla="*/ 1322197 w 1322196"/>
                  <a:gd name="connsiteY315" fmla="*/ 500216 h 678665"/>
                  <a:gd name="connsiteX316" fmla="*/ 1304629 w 1322196"/>
                  <a:gd name="connsiteY316" fmla="*/ 482648 h 678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</a:cxnLst>
                <a:rect l="l" t="t" r="r" b="b"/>
                <a:pathLst>
                  <a:path w="1322196" h="678665">
                    <a:moveTo>
                      <a:pt x="1287062" y="643531"/>
                    </a:moveTo>
                    <a:lnTo>
                      <a:pt x="1000431" y="643531"/>
                    </a:lnTo>
                    <a:lnTo>
                      <a:pt x="1000431" y="517783"/>
                    </a:lnTo>
                    <a:lnTo>
                      <a:pt x="1143747" y="517783"/>
                    </a:lnTo>
                    <a:lnTo>
                      <a:pt x="1143782" y="517783"/>
                    </a:lnTo>
                    <a:lnTo>
                      <a:pt x="1175192" y="517783"/>
                    </a:lnTo>
                    <a:lnTo>
                      <a:pt x="1175192" y="555096"/>
                    </a:lnTo>
                    <a:cubicBezTo>
                      <a:pt x="1175192" y="559945"/>
                      <a:pt x="1179128" y="563880"/>
                      <a:pt x="1183976" y="563880"/>
                    </a:cubicBezTo>
                    <a:cubicBezTo>
                      <a:pt x="1188825" y="563880"/>
                      <a:pt x="1192760" y="559945"/>
                      <a:pt x="1192760" y="555096"/>
                    </a:cubicBezTo>
                    <a:lnTo>
                      <a:pt x="1192760" y="517783"/>
                    </a:lnTo>
                    <a:lnTo>
                      <a:pt x="1215422" y="517783"/>
                    </a:lnTo>
                    <a:lnTo>
                      <a:pt x="1215422" y="580640"/>
                    </a:lnTo>
                    <a:cubicBezTo>
                      <a:pt x="1215422" y="585523"/>
                      <a:pt x="1219357" y="589423"/>
                      <a:pt x="1224206" y="589423"/>
                    </a:cubicBezTo>
                    <a:cubicBezTo>
                      <a:pt x="1229054" y="589423"/>
                      <a:pt x="1232989" y="585523"/>
                      <a:pt x="1232989" y="580640"/>
                    </a:cubicBezTo>
                    <a:lnTo>
                      <a:pt x="1232989" y="517783"/>
                    </a:lnTo>
                    <a:lnTo>
                      <a:pt x="1255651" y="517783"/>
                    </a:lnTo>
                    <a:lnTo>
                      <a:pt x="1255651" y="610012"/>
                    </a:lnTo>
                    <a:cubicBezTo>
                      <a:pt x="1255651" y="614861"/>
                      <a:pt x="1259587" y="618796"/>
                      <a:pt x="1264435" y="618796"/>
                    </a:cubicBezTo>
                    <a:cubicBezTo>
                      <a:pt x="1269284" y="618796"/>
                      <a:pt x="1273219" y="614861"/>
                      <a:pt x="1273219" y="610012"/>
                    </a:cubicBezTo>
                    <a:lnTo>
                      <a:pt x="1273219" y="517783"/>
                    </a:lnTo>
                    <a:lnTo>
                      <a:pt x="1287062" y="517783"/>
                    </a:lnTo>
                    <a:lnTo>
                      <a:pt x="1287062" y="643531"/>
                    </a:lnTo>
                    <a:moveTo>
                      <a:pt x="982864" y="482648"/>
                    </a:moveTo>
                    <a:lnTo>
                      <a:pt x="839549" y="482648"/>
                    </a:lnTo>
                    <a:lnTo>
                      <a:pt x="839549" y="356900"/>
                    </a:lnTo>
                    <a:lnTo>
                      <a:pt x="1014310" y="356900"/>
                    </a:lnTo>
                    <a:lnTo>
                      <a:pt x="1014310" y="394214"/>
                    </a:lnTo>
                    <a:cubicBezTo>
                      <a:pt x="1014310" y="399062"/>
                      <a:pt x="1018245" y="402997"/>
                      <a:pt x="1023093" y="402997"/>
                    </a:cubicBezTo>
                    <a:cubicBezTo>
                      <a:pt x="1027942" y="402997"/>
                      <a:pt x="1031877" y="399062"/>
                      <a:pt x="1031877" y="394214"/>
                    </a:cubicBezTo>
                    <a:lnTo>
                      <a:pt x="1031877" y="356900"/>
                    </a:lnTo>
                    <a:lnTo>
                      <a:pt x="1054539" y="356900"/>
                    </a:lnTo>
                    <a:lnTo>
                      <a:pt x="1054539" y="419792"/>
                    </a:lnTo>
                    <a:cubicBezTo>
                      <a:pt x="1054539" y="424605"/>
                      <a:pt x="1058439" y="428576"/>
                      <a:pt x="1063323" y="428576"/>
                    </a:cubicBezTo>
                    <a:cubicBezTo>
                      <a:pt x="1068172" y="428576"/>
                      <a:pt x="1072107" y="424605"/>
                      <a:pt x="1072107" y="419792"/>
                    </a:cubicBezTo>
                    <a:lnTo>
                      <a:pt x="1072107" y="356900"/>
                    </a:lnTo>
                    <a:lnTo>
                      <a:pt x="1094733" y="356900"/>
                    </a:lnTo>
                    <a:lnTo>
                      <a:pt x="1094733" y="449130"/>
                    </a:lnTo>
                    <a:cubicBezTo>
                      <a:pt x="1094733" y="453978"/>
                      <a:pt x="1098669" y="457913"/>
                      <a:pt x="1103517" y="457913"/>
                    </a:cubicBezTo>
                    <a:cubicBezTo>
                      <a:pt x="1108401" y="457913"/>
                      <a:pt x="1112301" y="453978"/>
                      <a:pt x="1112301" y="449130"/>
                    </a:cubicBezTo>
                    <a:lnTo>
                      <a:pt x="1112301" y="356900"/>
                    </a:lnTo>
                    <a:lnTo>
                      <a:pt x="1126179" y="356900"/>
                    </a:lnTo>
                    <a:lnTo>
                      <a:pt x="1126179" y="482648"/>
                    </a:lnTo>
                    <a:lnTo>
                      <a:pt x="982864" y="482648"/>
                    </a:lnTo>
                    <a:moveTo>
                      <a:pt x="965296" y="643531"/>
                    </a:moveTo>
                    <a:lnTo>
                      <a:pt x="678666" y="643531"/>
                    </a:lnTo>
                    <a:lnTo>
                      <a:pt x="678666" y="517783"/>
                    </a:lnTo>
                    <a:lnTo>
                      <a:pt x="853427" y="517783"/>
                    </a:lnTo>
                    <a:lnTo>
                      <a:pt x="853427" y="555096"/>
                    </a:lnTo>
                    <a:cubicBezTo>
                      <a:pt x="853427" y="559945"/>
                      <a:pt x="857362" y="563880"/>
                      <a:pt x="862211" y="563880"/>
                    </a:cubicBezTo>
                    <a:cubicBezTo>
                      <a:pt x="867059" y="563880"/>
                      <a:pt x="870994" y="559945"/>
                      <a:pt x="870994" y="555096"/>
                    </a:cubicBezTo>
                    <a:lnTo>
                      <a:pt x="870994" y="517783"/>
                    </a:lnTo>
                    <a:lnTo>
                      <a:pt x="893621" y="517783"/>
                    </a:lnTo>
                    <a:lnTo>
                      <a:pt x="893621" y="580640"/>
                    </a:lnTo>
                    <a:cubicBezTo>
                      <a:pt x="893621" y="585523"/>
                      <a:pt x="897556" y="589423"/>
                      <a:pt x="902405" y="589423"/>
                    </a:cubicBezTo>
                    <a:cubicBezTo>
                      <a:pt x="907254" y="589423"/>
                      <a:pt x="911189" y="585523"/>
                      <a:pt x="911189" y="580640"/>
                    </a:cubicBezTo>
                    <a:lnTo>
                      <a:pt x="911189" y="517783"/>
                    </a:lnTo>
                    <a:lnTo>
                      <a:pt x="933851" y="517783"/>
                    </a:lnTo>
                    <a:lnTo>
                      <a:pt x="933851" y="610012"/>
                    </a:lnTo>
                    <a:cubicBezTo>
                      <a:pt x="933851" y="614861"/>
                      <a:pt x="937786" y="618796"/>
                      <a:pt x="942634" y="618796"/>
                    </a:cubicBezTo>
                    <a:cubicBezTo>
                      <a:pt x="947483" y="618796"/>
                      <a:pt x="951418" y="614861"/>
                      <a:pt x="951418" y="610012"/>
                    </a:cubicBezTo>
                    <a:lnTo>
                      <a:pt x="951418" y="517783"/>
                    </a:lnTo>
                    <a:lnTo>
                      <a:pt x="965296" y="517783"/>
                    </a:lnTo>
                    <a:lnTo>
                      <a:pt x="965296" y="643531"/>
                    </a:lnTo>
                    <a:moveTo>
                      <a:pt x="661098" y="482648"/>
                    </a:moveTo>
                    <a:lnTo>
                      <a:pt x="517783" y="482648"/>
                    </a:lnTo>
                    <a:lnTo>
                      <a:pt x="517783" y="356900"/>
                    </a:lnTo>
                    <a:lnTo>
                      <a:pt x="692544" y="356900"/>
                    </a:lnTo>
                    <a:lnTo>
                      <a:pt x="692544" y="394214"/>
                    </a:lnTo>
                    <a:cubicBezTo>
                      <a:pt x="692544" y="399062"/>
                      <a:pt x="696444" y="402997"/>
                      <a:pt x="701328" y="402997"/>
                    </a:cubicBezTo>
                    <a:cubicBezTo>
                      <a:pt x="706141" y="402997"/>
                      <a:pt x="710112" y="399062"/>
                      <a:pt x="710112" y="394214"/>
                    </a:cubicBezTo>
                    <a:lnTo>
                      <a:pt x="710112" y="356900"/>
                    </a:lnTo>
                    <a:lnTo>
                      <a:pt x="732774" y="356900"/>
                    </a:lnTo>
                    <a:lnTo>
                      <a:pt x="732774" y="419792"/>
                    </a:lnTo>
                    <a:cubicBezTo>
                      <a:pt x="732774" y="424605"/>
                      <a:pt x="736674" y="428576"/>
                      <a:pt x="741557" y="428576"/>
                    </a:cubicBezTo>
                    <a:cubicBezTo>
                      <a:pt x="746371" y="428576"/>
                      <a:pt x="750341" y="424605"/>
                      <a:pt x="750341" y="419792"/>
                    </a:cubicBezTo>
                    <a:lnTo>
                      <a:pt x="750341" y="356900"/>
                    </a:lnTo>
                    <a:lnTo>
                      <a:pt x="772968" y="356900"/>
                    </a:lnTo>
                    <a:lnTo>
                      <a:pt x="772968" y="449130"/>
                    </a:lnTo>
                    <a:cubicBezTo>
                      <a:pt x="772968" y="453978"/>
                      <a:pt x="776903" y="457913"/>
                      <a:pt x="781752" y="457913"/>
                    </a:cubicBezTo>
                    <a:cubicBezTo>
                      <a:pt x="786600" y="457913"/>
                      <a:pt x="790535" y="453978"/>
                      <a:pt x="790535" y="449130"/>
                    </a:cubicBezTo>
                    <a:lnTo>
                      <a:pt x="790535" y="356900"/>
                    </a:lnTo>
                    <a:lnTo>
                      <a:pt x="804414" y="356900"/>
                    </a:lnTo>
                    <a:lnTo>
                      <a:pt x="804414" y="482648"/>
                    </a:lnTo>
                    <a:lnTo>
                      <a:pt x="661098" y="482648"/>
                    </a:lnTo>
                    <a:moveTo>
                      <a:pt x="643531" y="643531"/>
                    </a:moveTo>
                    <a:lnTo>
                      <a:pt x="356900" y="643531"/>
                    </a:lnTo>
                    <a:lnTo>
                      <a:pt x="356900" y="517783"/>
                    </a:lnTo>
                    <a:lnTo>
                      <a:pt x="531626" y="517783"/>
                    </a:lnTo>
                    <a:lnTo>
                      <a:pt x="531626" y="555096"/>
                    </a:lnTo>
                    <a:cubicBezTo>
                      <a:pt x="531626" y="559945"/>
                      <a:pt x="535561" y="563880"/>
                      <a:pt x="540410" y="563880"/>
                    </a:cubicBezTo>
                    <a:cubicBezTo>
                      <a:pt x="545294" y="563880"/>
                      <a:pt x="549194" y="559945"/>
                      <a:pt x="549194" y="555096"/>
                    </a:cubicBezTo>
                    <a:lnTo>
                      <a:pt x="549194" y="517783"/>
                    </a:lnTo>
                    <a:lnTo>
                      <a:pt x="571856" y="517783"/>
                    </a:lnTo>
                    <a:lnTo>
                      <a:pt x="571856" y="580640"/>
                    </a:lnTo>
                    <a:cubicBezTo>
                      <a:pt x="571856" y="585523"/>
                      <a:pt x="575791" y="589423"/>
                      <a:pt x="580639" y="589423"/>
                    </a:cubicBezTo>
                    <a:cubicBezTo>
                      <a:pt x="585488" y="589423"/>
                      <a:pt x="589423" y="585523"/>
                      <a:pt x="589423" y="580640"/>
                    </a:cubicBezTo>
                    <a:lnTo>
                      <a:pt x="589423" y="517783"/>
                    </a:lnTo>
                    <a:lnTo>
                      <a:pt x="612085" y="517783"/>
                    </a:lnTo>
                    <a:lnTo>
                      <a:pt x="612085" y="610012"/>
                    </a:lnTo>
                    <a:cubicBezTo>
                      <a:pt x="612085" y="614861"/>
                      <a:pt x="616020" y="618796"/>
                      <a:pt x="620869" y="618796"/>
                    </a:cubicBezTo>
                    <a:cubicBezTo>
                      <a:pt x="625718" y="618796"/>
                      <a:pt x="629653" y="614861"/>
                      <a:pt x="629653" y="610012"/>
                    </a:cubicBezTo>
                    <a:lnTo>
                      <a:pt x="629653" y="517783"/>
                    </a:lnTo>
                    <a:lnTo>
                      <a:pt x="643531" y="517783"/>
                    </a:lnTo>
                    <a:lnTo>
                      <a:pt x="643531" y="643531"/>
                    </a:lnTo>
                    <a:moveTo>
                      <a:pt x="339333" y="482648"/>
                    </a:moveTo>
                    <a:lnTo>
                      <a:pt x="196018" y="482648"/>
                    </a:lnTo>
                    <a:lnTo>
                      <a:pt x="196018" y="356900"/>
                    </a:lnTo>
                    <a:lnTo>
                      <a:pt x="370744" y="356900"/>
                    </a:lnTo>
                    <a:lnTo>
                      <a:pt x="370744" y="394214"/>
                    </a:lnTo>
                    <a:cubicBezTo>
                      <a:pt x="370744" y="399062"/>
                      <a:pt x="374679" y="402997"/>
                      <a:pt x="379527" y="402997"/>
                    </a:cubicBezTo>
                    <a:cubicBezTo>
                      <a:pt x="384411" y="402997"/>
                      <a:pt x="388311" y="399062"/>
                      <a:pt x="388311" y="394214"/>
                    </a:cubicBezTo>
                    <a:lnTo>
                      <a:pt x="388311" y="356900"/>
                    </a:lnTo>
                    <a:lnTo>
                      <a:pt x="410973" y="356900"/>
                    </a:lnTo>
                    <a:lnTo>
                      <a:pt x="410973" y="419792"/>
                    </a:lnTo>
                    <a:cubicBezTo>
                      <a:pt x="410973" y="424605"/>
                      <a:pt x="414908" y="428576"/>
                      <a:pt x="419757" y="428576"/>
                    </a:cubicBezTo>
                    <a:cubicBezTo>
                      <a:pt x="424605" y="428576"/>
                      <a:pt x="428540" y="424605"/>
                      <a:pt x="428540" y="419792"/>
                    </a:cubicBezTo>
                    <a:lnTo>
                      <a:pt x="428540" y="356900"/>
                    </a:lnTo>
                    <a:lnTo>
                      <a:pt x="451202" y="356900"/>
                    </a:lnTo>
                    <a:lnTo>
                      <a:pt x="451202" y="449130"/>
                    </a:lnTo>
                    <a:cubicBezTo>
                      <a:pt x="451202" y="453978"/>
                      <a:pt x="455138" y="457913"/>
                      <a:pt x="459986" y="457913"/>
                    </a:cubicBezTo>
                    <a:cubicBezTo>
                      <a:pt x="464835" y="457913"/>
                      <a:pt x="468770" y="453978"/>
                      <a:pt x="468770" y="449130"/>
                    </a:cubicBezTo>
                    <a:lnTo>
                      <a:pt x="468770" y="356900"/>
                    </a:lnTo>
                    <a:lnTo>
                      <a:pt x="482648" y="356900"/>
                    </a:lnTo>
                    <a:lnTo>
                      <a:pt x="482648" y="482648"/>
                    </a:lnTo>
                    <a:lnTo>
                      <a:pt x="339333" y="482648"/>
                    </a:lnTo>
                    <a:moveTo>
                      <a:pt x="321730" y="643531"/>
                    </a:moveTo>
                    <a:lnTo>
                      <a:pt x="35135" y="643531"/>
                    </a:lnTo>
                    <a:lnTo>
                      <a:pt x="35135" y="517783"/>
                    </a:lnTo>
                    <a:lnTo>
                      <a:pt x="178415" y="517783"/>
                    </a:lnTo>
                    <a:lnTo>
                      <a:pt x="178450" y="517783"/>
                    </a:lnTo>
                    <a:lnTo>
                      <a:pt x="209861" y="517783"/>
                    </a:lnTo>
                    <a:lnTo>
                      <a:pt x="209861" y="555096"/>
                    </a:lnTo>
                    <a:cubicBezTo>
                      <a:pt x="209861" y="559945"/>
                      <a:pt x="213796" y="563880"/>
                      <a:pt x="218645" y="563880"/>
                    </a:cubicBezTo>
                    <a:cubicBezTo>
                      <a:pt x="223493" y="563880"/>
                      <a:pt x="227428" y="559945"/>
                      <a:pt x="227428" y="555096"/>
                    </a:cubicBezTo>
                    <a:lnTo>
                      <a:pt x="227428" y="517783"/>
                    </a:lnTo>
                    <a:lnTo>
                      <a:pt x="250090" y="517783"/>
                    </a:lnTo>
                    <a:lnTo>
                      <a:pt x="250090" y="580640"/>
                    </a:lnTo>
                    <a:cubicBezTo>
                      <a:pt x="250090" y="585523"/>
                      <a:pt x="254025" y="589423"/>
                      <a:pt x="258874" y="589423"/>
                    </a:cubicBezTo>
                    <a:cubicBezTo>
                      <a:pt x="263723" y="589423"/>
                      <a:pt x="267658" y="585523"/>
                      <a:pt x="267658" y="580640"/>
                    </a:cubicBezTo>
                    <a:lnTo>
                      <a:pt x="267658" y="517783"/>
                    </a:lnTo>
                    <a:lnTo>
                      <a:pt x="290320" y="517783"/>
                    </a:lnTo>
                    <a:lnTo>
                      <a:pt x="290320" y="610012"/>
                    </a:lnTo>
                    <a:cubicBezTo>
                      <a:pt x="290320" y="614861"/>
                      <a:pt x="294255" y="618796"/>
                      <a:pt x="299103" y="618796"/>
                    </a:cubicBezTo>
                    <a:cubicBezTo>
                      <a:pt x="303952" y="618796"/>
                      <a:pt x="307887" y="614861"/>
                      <a:pt x="307887" y="610012"/>
                    </a:cubicBezTo>
                    <a:lnTo>
                      <a:pt x="307887" y="517783"/>
                    </a:lnTo>
                    <a:lnTo>
                      <a:pt x="321730" y="517783"/>
                    </a:lnTo>
                    <a:lnTo>
                      <a:pt x="321730" y="643531"/>
                    </a:lnTo>
                    <a:moveTo>
                      <a:pt x="35135" y="321766"/>
                    </a:moveTo>
                    <a:lnTo>
                      <a:pt x="35135" y="196018"/>
                    </a:lnTo>
                    <a:lnTo>
                      <a:pt x="209861" y="196018"/>
                    </a:lnTo>
                    <a:lnTo>
                      <a:pt x="209861" y="233331"/>
                    </a:lnTo>
                    <a:cubicBezTo>
                      <a:pt x="209861" y="238180"/>
                      <a:pt x="213796" y="242115"/>
                      <a:pt x="218645" y="242115"/>
                    </a:cubicBezTo>
                    <a:cubicBezTo>
                      <a:pt x="223493" y="242115"/>
                      <a:pt x="227428" y="238180"/>
                      <a:pt x="227428" y="233331"/>
                    </a:cubicBezTo>
                    <a:lnTo>
                      <a:pt x="227428" y="196018"/>
                    </a:lnTo>
                    <a:lnTo>
                      <a:pt x="250090" y="196018"/>
                    </a:lnTo>
                    <a:lnTo>
                      <a:pt x="250090" y="258874"/>
                    </a:lnTo>
                    <a:cubicBezTo>
                      <a:pt x="250090" y="263723"/>
                      <a:pt x="254025" y="267658"/>
                      <a:pt x="258874" y="267658"/>
                    </a:cubicBezTo>
                    <a:cubicBezTo>
                      <a:pt x="263723" y="267658"/>
                      <a:pt x="267658" y="263723"/>
                      <a:pt x="267658" y="258874"/>
                    </a:cubicBezTo>
                    <a:lnTo>
                      <a:pt x="267658" y="196018"/>
                    </a:lnTo>
                    <a:lnTo>
                      <a:pt x="290320" y="196018"/>
                    </a:lnTo>
                    <a:lnTo>
                      <a:pt x="290320" y="288212"/>
                    </a:lnTo>
                    <a:cubicBezTo>
                      <a:pt x="290320" y="293095"/>
                      <a:pt x="294255" y="296995"/>
                      <a:pt x="299103" y="296995"/>
                    </a:cubicBezTo>
                    <a:cubicBezTo>
                      <a:pt x="303952" y="296995"/>
                      <a:pt x="307887" y="293095"/>
                      <a:pt x="307887" y="288212"/>
                    </a:cubicBezTo>
                    <a:lnTo>
                      <a:pt x="307887" y="196018"/>
                    </a:lnTo>
                    <a:lnTo>
                      <a:pt x="321730" y="196018"/>
                    </a:lnTo>
                    <a:lnTo>
                      <a:pt x="321730" y="321766"/>
                    </a:lnTo>
                    <a:lnTo>
                      <a:pt x="35135" y="321766"/>
                    </a:lnTo>
                    <a:moveTo>
                      <a:pt x="196018" y="35135"/>
                    </a:moveTo>
                    <a:lnTo>
                      <a:pt x="370744" y="35135"/>
                    </a:lnTo>
                    <a:lnTo>
                      <a:pt x="370744" y="72448"/>
                    </a:lnTo>
                    <a:cubicBezTo>
                      <a:pt x="370744" y="77297"/>
                      <a:pt x="374679" y="81232"/>
                      <a:pt x="379527" y="81232"/>
                    </a:cubicBezTo>
                    <a:cubicBezTo>
                      <a:pt x="384411" y="81232"/>
                      <a:pt x="388311" y="77297"/>
                      <a:pt x="388311" y="72448"/>
                    </a:cubicBezTo>
                    <a:lnTo>
                      <a:pt x="388311" y="35135"/>
                    </a:lnTo>
                    <a:lnTo>
                      <a:pt x="410973" y="35135"/>
                    </a:lnTo>
                    <a:lnTo>
                      <a:pt x="410973" y="97991"/>
                    </a:lnTo>
                    <a:cubicBezTo>
                      <a:pt x="410973" y="102840"/>
                      <a:pt x="414908" y="106775"/>
                      <a:pt x="419757" y="106775"/>
                    </a:cubicBezTo>
                    <a:cubicBezTo>
                      <a:pt x="424605" y="106775"/>
                      <a:pt x="428540" y="102840"/>
                      <a:pt x="428540" y="97991"/>
                    </a:cubicBezTo>
                    <a:lnTo>
                      <a:pt x="428540" y="35135"/>
                    </a:lnTo>
                    <a:lnTo>
                      <a:pt x="451202" y="35135"/>
                    </a:lnTo>
                    <a:lnTo>
                      <a:pt x="451202" y="127329"/>
                    </a:lnTo>
                    <a:cubicBezTo>
                      <a:pt x="451202" y="132178"/>
                      <a:pt x="455138" y="136113"/>
                      <a:pt x="459986" y="136113"/>
                    </a:cubicBezTo>
                    <a:cubicBezTo>
                      <a:pt x="464835" y="136113"/>
                      <a:pt x="468770" y="132178"/>
                      <a:pt x="468770" y="127329"/>
                    </a:cubicBezTo>
                    <a:lnTo>
                      <a:pt x="468770" y="35135"/>
                    </a:lnTo>
                    <a:lnTo>
                      <a:pt x="482648" y="35135"/>
                    </a:lnTo>
                    <a:lnTo>
                      <a:pt x="482648" y="160883"/>
                    </a:lnTo>
                    <a:lnTo>
                      <a:pt x="196018" y="160883"/>
                    </a:lnTo>
                    <a:lnTo>
                      <a:pt x="196018" y="35135"/>
                    </a:lnTo>
                    <a:moveTo>
                      <a:pt x="500216" y="196018"/>
                    </a:moveTo>
                    <a:lnTo>
                      <a:pt x="531626" y="196018"/>
                    </a:lnTo>
                    <a:lnTo>
                      <a:pt x="531626" y="233331"/>
                    </a:lnTo>
                    <a:cubicBezTo>
                      <a:pt x="531626" y="238180"/>
                      <a:pt x="535561" y="242115"/>
                      <a:pt x="540410" y="242115"/>
                    </a:cubicBezTo>
                    <a:cubicBezTo>
                      <a:pt x="545294" y="242115"/>
                      <a:pt x="549194" y="238180"/>
                      <a:pt x="549194" y="233331"/>
                    </a:cubicBezTo>
                    <a:lnTo>
                      <a:pt x="549194" y="196018"/>
                    </a:lnTo>
                    <a:lnTo>
                      <a:pt x="571856" y="196018"/>
                    </a:lnTo>
                    <a:lnTo>
                      <a:pt x="571856" y="258874"/>
                    </a:lnTo>
                    <a:cubicBezTo>
                      <a:pt x="571856" y="263723"/>
                      <a:pt x="575791" y="267658"/>
                      <a:pt x="580639" y="267658"/>
                    </a:cubicBezTo>
                    <a:cubicBezTo>
                      <a:pt x="585488" y="267658"/>
                      <a:pt x="589423" y="263723"/>
                      <a:pt x="589423" y="258874"/>
                    </a:cubicBezTo>
                    <a:lnTo>
                      <a:pt x="589423" y="196018"/>
                    </a:lnTo>
                    <a:lnTo>
                      <a:pt x="612085" y="196018"/>
                    </a:lnTo>
                    <a:lnTo>
                      <a:pt x="612085" y="288212"/>
                    </a:lnTo>
                    <a:cubicBezTo>
                      <a:pt x="612085" y="293095"/>
                      <a:pt x="616020" y="296995"/>
                      <a:pt x="620869" y="296995"/>
                    </a:cubicBezTo>
                    <a:cubicBezTo>
                      <a:pt x="625718" y="296995"/>
                      <a:pt x="629653" y="293095"/>
                      <a:pt x="629653" y="288212"/>
                    </a:cubicBezTo>
                    <a:lnTo>
                      <a:pt x="629653" y="196018"/>
                    </a:lnTo>
                    <a:lnTo>
                      <a:pt x="643531" y="196018"/>
                    </a:lnTo>
                    <a:lnTo>
                      <a:pt x="643531" y="321766"/>
                    </a:lnTo>
                    <a:lnTo>
                      <a:pt x="356865" y="321766"/>
                    </a:lnTo>
                    <a:lnTo>
                      <a:pt x="356865" y="196018"/>
                    </a:lnTo>
                    <a:lnTo>
                      <a:pt x="500216" y="196018"/>
                    </a:lnTo>
                    <a:moveTo>
                      <a:pt x="517783" y="35135"/>
                    </a:moveTo>
                    <a:lnTo>
                      <a:pt x="692544" y="35135"/>
                    </a:lnTo>
                    <a:lnTo>
                      <a:pt x="692544" y="72448"/>
                    </a:lnTo>
                    <a:cubicBezTo>
                      <a:pt x="692544" y="77297"/>
                      <a:pt x="696444" y="81232"/>
                      <a:pt x="701328" y="81232"/>
                    </a:cubicBezTo>
                    <a:cubicBezTo>
                      <a:pt x="706141" y="81232"/>
                      <a:pt x="710112" y="77297"/>
                      <a:pt x="710112" y="72448"/>
                    </a:cubicBezTo>
                    <a:lnTo>
                      <a:pt x="710112" y="35135"/>
                    </a:lnTo>
                    <a:lnTo>
                      <a:pt x="732774" y="35135"/>
                    </a:lnTo>
                    <a:lnTo>
                      <a:pt x="732774" y="97991"/>
                    </a:lnTo>
                    <a:cubicBezTo>
                      <a:pt x="732774" y="102840"/>
                      <a:pt x="736674" y="106775"/>
                      <a:pt x="741557" y="106775"/>
                    </a:cubicBezTo>
                    <a:cubicBezTo>
                      <a:pt x="746371" y="106775"/>
                      <a:pt x="750341" y="102840"/>
                      <a:pt x="750341" y="97991"/>
                    </a:cubicBezTo>
                    <a:lnTo>
                      <a:pt x="750341" y="35135"/>
                    </a:lnTo>
                    <a:lnTo>
                      <a:pt x="772968" y="35135"/>
                    </a:lnTo>
                    <a:lnTo>
                      <a:pt x="772968" y="127329"/>
                    </a:lnTo>
                    <a:cubicBezTo>
                      <a:pt x="772968" y="132178"/>
                      <a:pt x="776903" y="136113"/>
                      <a:pt x="781752" y="136113"/>
                    </a:cubicBezTo>
                    <a:cubicBezTo>
                      <a:pt x="786600" y="136113"/>
                      <a:pt x="790535" y="132178"/>
                      <a:pt x="790535" y="127329"/>
                    </a:cubicBezTo>
                    <a:lnTo>
                      <a:pt x="790535" y="35135"/>
                    </a:lnTo>
                    <a:lnTo>
                      <a:pt x="804414" y="35135"/>
                    </a:lnTo>
                    <a:lnTo>
                      <a:pt x="804414" y="160883"/>
                    </a:lnTo>
                    <a:lnTo>
                      <a:pt x="517783" y="160883"/>
                    </a:lnTo>
                    <a:lnTo>
                      <a:pt x="517783" y="35135"/>
                    </a:lnTo>
                    <a:moveTo>
                      <a:pt x="821981" y="196018"/>
                    </a:moveTo>
                    <a:lnTo>
                      <a:pt x="853427" y="196018"/>
                    </a:lnTo>
                    <a:lnTo>
                      <a:pt x="853427" y="233331"/>
                    </a:lnTo>
                    <a:cubicBezTo>
                      <a:pt x="853427" y="238180"/>
                      <a:pt x="857327" y="242115"/>
                      <a:pt x="862211" y="242115"/>
                    </a:cubicBezTo>
                    <a:cubicBezTo>
                      <a:pt x="867059" y="242115"/>
                      <a:pt x="870994" y="238180"/>
                      <a:pt x="870994" y="233331"/>
                    </a:cubicBezTo>
                    <a:lnTo>
                      <a:pt x="870994" y="196018"/>
                    </a:lnTo>
                    <a:lnTo>
                      <a:pt x="893621" y="196018"/>
                    </a:lnTo>
                    <a:lnTo>
                      <a:pt x="893621" y="258874"/>
                    </a:lnTo>
                    <a:cubicBezTo>
                      <a:pt x="893621" y="263723"/>
                      <a:pt x="897556" y="267658"/>
                      <a:pt x="902405" y="267658"/>
                    </a:cubicBezTo>
                    <a:cubicBezTo>
                      <a:pt x="907254" y="267658"/>
                      <a:pt x="911189" y="263723"/>
                      <a:pt x="911189" y="258874"/>
                    </a:cubicBezTo>
                    <a:lnTo>
                      <a:pt x="911189" y="196018"/>
                    </a:lnTo>
                    <a:lnTo>
                      <a:pt x="933851" y="196018"/>
                    </a:lnTo>
                    <a:lnTo>
                      <a:pt x="933851" y="288212"/>
                    </a:lnTo>
                    <a:cubicBezTo>
                      <a:pt x="933851" y="293095"/>
                      <a:pt x="937786" y="296995"/>
                      <a:pt x="942634" y="296995"/>
                    </a:cubicBezTo>
                    <a:cubicBezTo>
                      <a:pt x="947483" y="296995"/>
                      <a:pt x="951418" y="293095"/>
                      <a:pt x="951418" y="288212"/>
                    </a:cubicBezTo>
                    <a:lnTo>
                      <a:pt x="951418" y="196018"/>
                    </a:lnTo>
                    <a:lnTo>
                      <a:pt x="965296" y="196018"/>
                    </a:lnTo>
                    <a:lnTo>
                      <a:pt x="965296" y="321766"/>
                    </a:lnTo>
                    <a:lnTo>
                      <a:pt x="678666" y="321766"/>
                    </a:lnTo>
                    <a:lnTo>
                      <a:pt x="678666" y="196018"/>
                    </a:lnTo>
                    <a:lnTo>
                      <a:pt x="821981" y="196018"/>
                    </a:lnTo>
                    <a:moveTo>
                      <a:pt x="839549" y="35135"/>
                    </a:moveTo>
                    <a:lnTo>
                      <a:pt x="1014310" y="35135"/>
                    </a:lnTo>
                    <a:lnTo>
                      <a:pt x="1014310" y="72448"/>
                    </a:lnTo>
                    <a:cubicBezTo>
                      <a:pt x="1014310" y="77297"/>
                      <a:pt x="1018245" y="81232"/>
                      <a:pt x="1023093" y="81232"/>
                    </a:cubicBezTo>
                    <a:cubicBezTo>
                      <a:pt x="1027942" y="81232"/>
                      <a:pt x="1031877" y="77297"/>
                      <a:pt x="1031877" y="72448"/>
                    </a:cubicBezTo>
                    <a:lnTo>
                      <a:pt x="1031877" y="35135"/>
                    </a:lnTo>
                    <a:lnTo>
                      <a:pt x="1054539" y="35135"/>
                    </a:lnTo>
                    <a:lnTo>
                      <a:pt x="1054539" y="97991"/>
                    </a:lnTo>
                    <a:cubicBezTo>
                      <a:pt x="1054539" y="102840"/>
                      <a:pt x="1058439" y="106775"/>
                      <a:pt x="1063323" y="106775"/>
                    </a:cubicBezTo>
                    <a:cubicBezTo>
                      <a:pt x="1068172" y="106775"/>
                      <a:pt x="1072107" y="102840"/>
                      <a:pt x="1072107" y="97991"/>
                    </a:cubicBezTo>
                    <a:lnTo>
                      <a:pt x="1072107" y="35135"/>
                    </a:lnTo>
                    <a:lnTo>
                      <a:pt x="1094733" y="35135"/>
                    </a:lnTo>
                    <a:lnTo>
                      <a:pt x="1094733" y="127329"/>
                    </a:lnTo>
                    <a:cubicBezTo>
                      <a:pt x="1094733" y="132178"/>
                      <a:pt x="1098669" y="136113"/>
                      <a:pt x="1103517" y="136113"/>
                    </a:cubicBezTo>
                    <a:cubicBezTo>
                      <a:pt x="1108401" y="136113"/>
                      <a:pt x="1112301" y="132178"/>
                      <a:pt x="1112301" y="127329"/>
                    </a:cubicBezTo>
                    <a:lnTo>
                      <a:pt x="1112301" y="35135"/>
                    </a:lnTo>
                    <a:lnTo>
                      <a:pt x="1126179" y="35135"/>
                    </a:lnTo>
                    <a:lnTo>
                      <a:pt x="1126179" y="160883"/>
                    </a:lnTo>
                    <a:lnTo>
                      <a:pt x="839549" y="160883"/>
                    </a:lnTo>
                    <a:lnTo>
                      <a:pt x="839549" y="35135"/>
                    </a:lnTo>
                    <a:moveTo>
                      <a:pt x="1143782" y="196018"/>
                    </a:moveTo>
                    <a:lnTo>
                      <a:pt x="1175192" y="196018"/>
                    </a:lnTo>
                    <a:lnTo>
                      <a:pt x="1175192" y="233331"/>
                    </a:lnTo>
                    <a:cubicBezTo>
                      <a:pt x="1175192" y="238180"/>
                      <a:pt x="1179092" y="242115"/>
                      <a:pt x="1183976" y="242115"/>
                    </a:cubicBezTo>
                    <a:cubicBezTo>
                      <a:pt x="1188825" y="242115"/>
                      <a:pt x="1192760" y="238180"/>
                      <a:pt x="1192760" y="233331"/>
                    </a:cubicBezTo>
                    <a:lnTo>
                      <a:pt x="1192760" y="196018"/>
                    </a:lnTo>
                    <a:lnTo>
                      <a:pt x="1215422" y="196018"/>
                    </a:lnTo>
                    <a:lnTo>
                      <a:pt x="1215422" y="258874"/>
                    </a:lnTo>
                    <a:cubicBezTo>
                      <a:pt x="1215422" y="263723"/>
                      <a:pt x="1219322" y="267658"/>
                      <a:pt x="1224206" y="267658"/>
                    </a:cubicBezTo>
                    <a:cubicBezTo>
                      <a:pt x="1229054" y="267658"/>
                      <a:pt x="1232989" y="263723"/>
                      <a:pt x="1232989" y="258874"/>
                    </a:cubicBezTo>
                    <a:lnTo>
                      <a:pt x="1232989" y="196018"/>
                    </a:lnTo>
                    <a:lnTo>
                      <a:pt x="1255651" y="196018"/>
                    </a:lnTo>
                    <a:lnTo>
                      <a:pt x="1255651" y="288212"/>
                    </a:lnTo>
                    <a:cubicBezTo>
                      <a:pt x="1255651" y="293095"/>
                      <a:pt x="1259551" y="296995"/>
                      <a:pt x="1264435" y="296995"/>
                    </a:cubicBezTo>
                    <a:cubicBezTo>
                      <a:pt x="1269249" y="296995"/>
                      <a:pt x="1273219" y="293095"/>
                      <a:pt x="1273219" y="288212"/>
                    </a:cubicBezTo>
                    <a:lnTo>
                      <a:pt x="1273219" y="196018"/>
                    </a:lnTo>
                    <a:lnTo>
                      <a:pt x="1287062" y="196018"/>
                    </a:lnTo>
                    <a:lnTo>
                      <a:pt x="1287062" y="321766"/>
                    </a:lnTo>
                    <a:lnTo>
                      <a:pt x="1000431" y="321766"/>
                    </a:lnTo>
                    <a:lnTo>
                      <a:pt x="1000431" y="196018"/>
                    </a:lnTo>
                    <a:lnTo>
                      <a:pt x="1143782" y="196018"/>
                    </a:lnTo>
                    <a:moveTo>
                      <a:pt x="1304629" y="482648"/>
                    </a:moveTo>
                    <a:lnTo>
                      <a:pt x="1161314" y="482648"/>
                    </a:lnTo>
                    <a:lnTo>
                      <a:pt x="1161314" y="356900"/>
                    </a:lnTo>
                    <a:lnTo>
                      <a:pt x="1304629" y="356900"/>
                    </a:lnTo>
                    <a:cubicBezTo>
                      <a:pt x="1314327" y="356900"/>
                      <a:pt x="1322197" y="349030"/>
                      <a:pt x="1322197" y="339333"/>
                    </a:cubicBezTo>
                    <a:lnTo>
                      <a:pt x="1322197" y="178450"/>
                    </a:lnTo>
                    <a:cubicBezTo>
                      <a:pt x="1322197" y="168753"/>
                      <a:pt x="1314327" y="160883"/>
                      <a:pt x="1304629" y="160883"/>
                    </a:cubicBezTo>
                    <a:lnTo>
                      <a:pt x="1161314" y="160883"/>
                    </a:lnTo>
                    <a:lnTo>
                      <a:pt x="1161314" y="17567"/>
                    </a:lnTo>
                    <a:cubicBezTo>
                      <a:pt x="1161314" y="7870"/>
                      <a:pt x="1153444" y="0"/>
                      <a:pt x="1143747" y="0"/>
                    </a:cubicBezTo>
                    <a:lnTo>
                      <a:pt x="178450" y="0"/>
                    </a:lnTo>
                    <a:cubicBezTo>
                      <a:pt x="168753" y="0"/>
                      <a:pt x="160883" y="7870"/>
                      <a:pt x="160883" y="17567"/>
                    </a:cubicBezTo>
                    <a:lnTo>
                      <a:pt x="160883" y="160883"/>
                    </a:lnTo>
                    <a:lnTo>
                      <a:pt x="17567" y="160883"/>
                    </a:lnTo>
                    <a:cubicBezTo>
                      <a:pt x="7835" y="160883"/>
                      <a:pt x="0" y="168753"/>
                      <a:pt x="0" y="178450"/>
                    </a:cubicBezTo>
                    <a:lnTo>
                      <a:pt x="0" y="339333"/>
                    </a:lnTo>
                    <a:cubicBezTo>
                      <a:pt x="0" y="349030"/>
                      <a:pt x="7835" y="356900"/>
                      <a:pt x="17567" y="356900"/>
                    </a:cubicBezTo>
                    <a:lnTo>
                      <a:pt x="160883" y="356900"/>
                    </a:lnTo>
                    <a:lnTo>
                      <a:pt x="160883" y="482648"/>
                    </a:lnTo>
                    <a:lnTo>
                      <a:pt x="17567" y="482648"/>
                    </a:lnTo>
                    <a:cubicBezTo>
                      <a:pt x="7835" y="482648"/>
                      <a:pt x="0" y="490519"/>
                      <a:pt x="0" y="500216"/>
                    </a:cubicBezTo>
                    <a:lnTo>
                      <a:pt x="0" y="661098"/>
                    </a:lnTo>
                    <a:cubicBezTo>
                      <a:pt x="0" y="670796"/>
                      <a:pt x="7835" y="678666"/>
                      <a:pt x="17567" y="678666"/>
                    </a:cubicBezTo>
                    <a:lnTo>
                      <a:pt x="1304629" y="678666"/>
                    </a:lnTo>
                    <a:cubicBezTo>
                      <a:pt x="1314362" y="678666"/>
                      <a:pt x="1322197" y="670796"/>
                      <a:pt x="1322197" y="661098"/>
                    </a:cubicBezTo>
                    <a:lnTo>
                      <a:pt x="1322197" y="500216"/>
                    </a:lnTo>
                    <a:cubicBezTo>
                      <a:pt x="1322197" y="490519"/>
                      <a:pt x="1314362" y="482648"/>
                      <a:pt x="1304629" y="482648"/>
                    </a:cubicBezTo>
                  </a:path>
                </a:pathLst>
              </a:custGeom>
              <a:solidFill>
                <a:srgbClr val="1D1D1E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9" name="Hình tự do: Hình 38">
                <a:extLst>
                  <a:ext uri="{FF2B5EF4-FFF2-40B4-BE49-F238E27FC236}">
                    <a16:creationId xmlns:a16="http://schemas.microsoft.com/office/drawing/2014/main" id="{5FC36D08-7184-43CF-824A-D3B64DA79DCC}"/>
                  </a:ext>
                </a:extLst>
              </p:cNvPr>
              <p:cNvSpPr/>
              <p:nvPr/>
            </p:nvSpPr>
            <p:spPr>
              <a:xfrm>
                <a:off x="9593482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581 w 33026"/>
                  <a:gd name="connsiteY3" fmla="*/ 71640 h 72975"/>
                  <a:gd name="connsiteX4" fmla="*/ 10365 w 33026"/>
                  <a:gd name="connsiteY4" fmla="*/ 62856 h 72975"/>
                  <a:gd name="connsiteX5" fmla="*/ 10365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492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0" name="Hình tự do: Hình 39">
                <a:extLst>
                  <a:ext uri="{FF2B5EF4-FFF2-40B4-BE49-F238E27FC236}">
                    <a16:creationId xmlns:a16="http://schemas.microsoft.com/office/drawing/2014/main" id="{9A5B1C62-0B30-431F-919E-68B29694769F}"/>
                  </a:ext>
                </a:extLst>
              </p:cNvPr>
              <p:cNvSpPr/>
              <p:nvPr/>
            </p:nvSpPr>
            <p:spPr>
              <a:xfrm>
                <a:off x="9593482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581 w 33026"/>
                  <a:gd name="connsiteY3" fmla="*/ 71640 h 72975"/>
                  <a:gd name="connsiteX4" fmla="*/ 0 w 33026"/>
                  <a:gd name="connsiteY4" fmla="*/ 71500 h 72975"/>
                  <a:gd name="connsiteX5" fmla="*/ 1581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581" y="71640"/>
                    </a:moveTo>
                    <a:cubicBezTo>
                      <a:pt x="1054" y="71640"/>
                      <a:pt x="492" y="71605"/>
                      <a:pt x="0" y="71500"/>
                    </a:cubicBezTo>
                    <a:cubicBezTo>
                      <a:pt x="527" y="71570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1" name="Hình tự do: Hình 40">
                <a:extLst>
                  <a:ext uri="{FF2B5EF4-FFF2-40B4-BE49-F238E27FC236}">
                    <a16:creationId xmlns:a16="http://schemas.microsoft.com/office/drawing/2014/main" id="{BE5682A2-B236-4A2F-9374-3262DCD524D6}"/>
                  </a:ext>
                </a:extLst>
              </p:cNvPr>
              <p:cNvSpPr/>
              <p:nvPr/>
            </p:nvSpPr>
            <p:spPr>
              <a:xfrm>
                <a:off x="9644076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2" name="Hình tự do: Hình 41">
                <a:extLst>
                  <a:ext uri="{FF2B5EF4-FFF2-40B4-BE49-F238E27FC236}">
                    <a16:creationId xmlns:a16="http://schemas.microsoft.com/office/drawing/2014/main" id="{C0EB0D67-DEF8-4070-BF6A-F49995C8DDE7}"/>
                  </a:ext>
                </a:extLst>
              </p:cNvPr>
              <p:cNvSpPr/>
              <p:nvPr/>
            </p:nvSpPr>
            <p:spPr>
              <a:xfrm>
                <a:off x="9409094" y="1731121"/>
                <a:ext cx="184387" cy="52772"/>
              </a:xfrm>
              <a:custGeom>
                <a:avLst/>
                <a:gdLst>
                  <a:gd name="connsiteX0" fmla="*/ 184388 w 184387"/>
                  <a:gd name="connsiteY0" fmla="*/ 52773 h 52772"/>
                  <a:gd name="connsiteX1" fmla="*/ 0 w 184387"/>
                  <a:gd name="connsiteY1" fmla="*/ 52773 h 52772"/>
                  <a:gd name="connsiteX2" fmla="*/ 0 w 184387"/>
                  <a:gd name="connsiteY2" fmla="*/ 0 h 52772"/>
                  <a:gd name="connsiteX3" fmla="*/ 184388 w 184387"/>
                  <a:gd name="connsiteY3" fmla="*/ 0 h 52772"/>
                  <a:gd name="connsiteX4" fmla="*/ 184388 w 184387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2772">
                    <a:moveTo>
                      <a:pt x="184388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3" name="Hình tự do: Hình 42">
                <a:extLst>
                  <a:ext uri="{FF2B5EF4-FFF2-40B4-BE49-F238E27FC236}">
                    <a16:creationId xmlns:a16="http://schemas.microsoft.com/office/drawing/2014/main" id="{3B0696D8-4BB1-49F7-B690-9C6FF3D911A8}"/>
                  </a:ext>
                </a:extLst>
              </p:cNvPr>
              <p:cNvSpPr/>
              <p:nvPr/>
            </p:nvSpPr>
            <p:spPr>
              <a:xfrm>
                <a:off x="9593482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59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4" name="Hình tự do: Hình 43">
                <a:extLst>
                  <a:ext uri="{FF2B5EF4-FFF2-40B4-BE49-F238E27FC236}">
                    <a16:creationId xmlns:a16="http://schemas.microsoft.com/office/drawing/2014/main" id="{4C660345-63C9-4621-B505-8FA1F70AA6F3}"/>
                  </a:ext>
                </a:extLst>
              </p:cNvPr>
              <p:cNvSpPr/>
              <p:nvPr/>
            </p:nvSpPr>
            <p:spPr>
              <a:xfrm>
                <a:off x="9371324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5" name="Hình tự do: Hình 44">
                <a:extLst>
                  <a:ext uri="{FF2B5EF4-FFF2-40B4-BE49-F238E27FC236}">
                    <a16:creationId xmlns:a16="http://schemas.microsoft.com/office/drawing/2014/main" id="{2FD0457D-56F9-43AE-9EDC-5AF668B93A1B}"/>
                  </a:ext>
                </a:extLst>
              </p:cNvPr>
              <p:cNvSpPr/>
              <p:nvPr/>
            </p:nvSpPr>
            <p:spPr>
              <a:xfrm>
                <a:off x="9371324" y="1731121"/>
                <a:ext cx="37770" cy="52772"/>
              </a:xfrm>
              <a:custGeom>
                <a:avLst/>
                <a:gdLst>
                  <a:gd name="connsiteX0" fmla="*/ 0 w 37770"/>
                  <a:gd name="connsiteY0" fmla="*/ 52773 h 52772"/>
                  <a:gd name="connsiteX1" fmla="*/ 37770 w 37770"/>
                  <a:gd name="connsiteY1" fmla="*/ 52773 h 52772"/>
                  <a:gd name="connsiteX2" fmla="*/ 37770 w 37770"/>
                  <a:gd name="connsiteY2" fmla="*/ 0 h 52772"/>
                  <a:gd name="connsiteX3" fmla="*/ 0 w 37770"/>
                  <a:gd name="connsiteY3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2772">
                    <a:moveTo>
                      <a:pt x="0" y="52773"/>
                    </a:moveTo>
                    <a:lnTo>
                      <a:pt x="37770" y="52773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6" name="Hình tự do: Hình 45">
                <a:extLst>
                  <a:ext uri="{FF2B5EF4-FFF2-40B4-BE49-F238E27FC236}">
                    <a16:creationId xmlns:a16="http://schemas.microsoft.com/office/drawing/2014/main" id="{9454465D-93CF-4F88-B226-4F4E968258C0}"/>
                  </a:ext>
                </a:extLst>
              </p:cNvPr>
              <p:cNvSpPr/>
              <p:nvPr/>
            </p:nvSpPr>
            <p:spPr>
              <a:xfrm>
                <a:off x="9915248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616 w 33026"/>
                  <a:gd name="connsiteY3" fmla="*/ 71640 h 72975"/>
                  <a:gd name="connsiteX4" fmla="*/ 10400 w 33026"/>
                  <a:gd name="connsiteY4" fmla="*/ 62856 h 72975"/>
                  <a:gd name="connsiteX5" fmla="*/ 10400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30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7" name="Hình tự do: Hình 46">
                <a:extLst>
                  <a:ext uri="{FF2B5EF4-FFF2-40B4-BE49-F238E27FC236}">
                    <a16:creationId xmlns:a16="http://schemas.microsoft.com/office/drawing/2014/main" id="{0E6DEFFC-B125-4412-A3D5-50F8F328DB31}"/>
                  </a:ext>
                </a:extLst>
              </p:cNvPr>
              <p:cNvSpPr/>
              <p:nvPr/>
            </p:nvSpPr>
            <p:spPr>
              <a:xfrm>
                <a:off x="9915248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616 w 33026"/>
                  <a:gd name="connsiteY3" fmla="*/ 71640 h 72975"/>
                  <a:gd name="connsiteX4" fmla="*/ 0 w 33026"/>
                  <a:gd name="connsiteY4" fmla="*/ 71500 h 72975"/>
                  <a:gd name="connsiteX5" fmla="*/ 1616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570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8" name="Hình tự do: Hình 47">
                <a:extLst>
                  <a:ext uri="{FF2B5EF4-FFF2-40B4-BE49-F238E27FC236}">
                    <a16:creationId xmlns:a16="http://schemas.microsoft.com/office/drawing/2014/main" id="{BF659CA1-55EE-43D7-90D5-48857E6B3839}"/>
                  </a:ext>
                </a:extLst>
              </p:cNvPr>
              <p:cNvSpPr/>
              <p:nvPr/>
            </p:nvSpPr>
            <p:spPr>
              <a:xfrm>
                <a:off x="9965842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9" name="Hình tự do: Hình 48">
                <a:extLst>
                  <a:ext uri="{FF2B5EF4-FFF2-40B4-BE49-F238E27FC236}">
                    <a16:creationId xmlns:a16="http://schemas.microsoft.com/office/drawing/2014/main" id="{7DC1AA50-A04D-4ABD-91A4-629EFA064796}"/>
                  </a:ext>
                </a:extLst>
              </p:cNvPr>
              <p:cNvSpPr/>
              <p:nvPr/>
            </p:nvSpPr>
            <p:spPr>
              <a:xfrm>
                <a:off x="9730860" y="1731121"/>
                <a:ext cx="184387" cy="52772"/>
              </a:xfrm>
              <a:custGeom>
                <a:avLst/>
                <a:gdLst>
                  <a:gd name="connsiteX0" fmla="*/ 184388 w 184387"/>
                  <a:gd name="connsiteY0" fmla="*/ 52773 h 52772"/>
                  <a:gd name="connsiteX1" fmla="*/ 0 w 184387"/>
                  <a:gd name="connsiteY1" fmla="*/ 52773 h 52772"/>
                  <a:gd name="connsiteX2" fmla="*/ 0 w 184387"/>
                  <a:gd name="connsiteY2" fmla="*/ 0 h 52772"/>
                  <a:gd name="connsiteX3" fmla="*/ 184388 w 184387"/>
                  <a:gd name="connsiteY3" fmla="*/ 0 h 52772"/>
                  <a:gd name="connsiteX4" fmla="*/ 184388 w 184387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2772">
                    <a:moveTo>
                      <a:pt x="184388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0" name="Hình tự do: Hình 49">
                <a:extLst>
                  <a:ext uri="{FF2B5EF4-FFF2-40B4-BE49-F238E27FC236}">
                    <a16:creationId xmlns:a16="http://schemas.microsoft.com/office/drawing/2014/main" id="{D100CB64-2302-4B79-B25B-82CF09A371A2}"/>
                  </a:ext>
                </a:extLst>
              </p:cNvPr>
              <p:cNvSpPr/>
              <p:nvPr/>
            </p:nvSpPr>
            <p:spPr>
              <a:xfrm>
                <a:off x="9693090" y="1731121"/>
                <a:ext cx="3513" cy="52772"/>
              </a:xfrm>
              <a:custGeom>
                <a:avLst/>
                <a:gdLst>
                  <a:gd name="connsiteX0" fmla="*/ 0 w 3513"/>
                  <a:gd name="connsiteY0" fmla="*/ 52773 h 52772"/>
                  <a:gd name="connsiteX1" fmla="*/ 0 w 3513"/>
                  <a:gd name="connsiteY1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2772">
                    <a:moveTo>
                      <a:pt x="0" y="52773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1" name="Hình tự do: Hình 50">
                <a:extLst>
                  <a:ext uri="{FF2B5EF4-FFF2-40B4-BE49-F238E27FC236}">
                    <a16:creationId xmlns:a16="http://schemas.microsoft.com/office/drawing/2014/main" id="{8EB9B6E9-9539-4C90-A05D-0CAD9E293FA5}"/>
                  </a:ext>
                </a:extLst>
              </p:cNvPr>
              <p:cNvSpPr/>
              <p:nvPr/>
            </p:nvSpPr>
            <p:spPr>
              <a:xfrm>
                <a:off x="9915248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59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2" name="Hình tự do: Hình 51">
                <a:extLst>
                  <a:ext uri="{FF2B5EF4-FFF2-40B4-BE49-F238E27FC236}">
                    <a16:creationId xmlns:a16="http://schemas.microsoft.com/office/drawing/2014/main" id="{ECDA222F-1265-463C-93FE-24A714B4D759}"/>
                  </a:ext>
                </a:extLst>
              </p:cNvPr>
              <p:cNvSpPr/>
              <p:nvPr/>
            </p:nvSpPr>
            <p:spPr>
              <a:xfrm>
                <a:off x="9693090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3" name="Hình tự do: Hình 52">
                <a:extLst>
                  <a:ext uri="{FF2B5EF4-FFF2-40B4-BE49-F238E27FC236}">
                    <a16:creationId xmlns:a16="http://schemas.microsoft.com/office/drawing/2014/main" id="{CC4C73BE-78AD-41B6-9A21-109063DE175F}"/>
                  </a:ext>
                </a:extLst>
              </p:cNvPr>
              <p:cNvSpPr/>
              <p:nvPr/>
            </p:nvSpPr>
            <p:spPr>
              <a:xfrm>
                <a:off x="9693090" y="1731121"/>
                <a:ext cx="37770" cy="52772"/>
              </a:xfrm>
              <a:custGeom>
                <a:avLst/>
                <a:gdLst>
                  <a:gd name="connsiteX0" fmla="*/ 37770 w 37770"/>
                  <a:gd name="connsiteY0" fmla="*/ 52773 h 52772"/>
                  <a:gd name="connsiteX1" fmla="*/ 0 w 37770"/>
                  <a:gd name="connsiteY1" fmla="*/ 52773 h 52772"/>
                  <a:gd name="connsiteX2" fmla="*/ 0 w 37770"/>
                  <a:gd name="connsiteY2" fmla="*/ 0 h 52772"/>
                  <a:gd name="connsiteX3" fmla="*/ 37770 w 37770"/>
                  <a:gd name="connsiteY3" fmla="*/ 0 h 52772"/>
                  <a:gd name="connsiteX4" fmla="*/ 37770 w 37770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2772">
                    <a:moveTo>
                      <a:pt x="37770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2773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4" name="Hình tự do: Hình 53">
                <a:extLst>
                  <a:ext uri="{FF2B5EF4-FFF2-40B4-BE49-F238E27FC236}">
                    <a16:creationId xmlns:a16="http://schemas.microsoft.com/office/drawing/2014/main" id="{6E78A30B-9105-46CC-BE2D-54C14147F8C6}"/>
                  </a:ext>
                </a:extLst>
              </p:cNvPr>
              <p:cNvSpPr/>
              <p:nvPr/>
            </p:nvSpPr>
            <p:spPr>
              <a:xfrm>
                <a:off x="10287607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5" name="Hình tự do: Hình 54">
                <a:extLst>
                  <a:ext uri="{FF2B5EF4-FFF2-40B4-BE49-F238E27FC236}">
                    <a16:creationId xmlns:a16="http://schemas.microsoft.com/office/drawing/2014/main" id="{99A3BB78-824D-4E87-AC9C-A55C39E4BE4B}"/>
                  </a:ext>
                </a:extLst>
              </p:cNvPr>
              <p:cNvSpPr/>
              <p:nvPr/>
            </p:nvSpPr>
            <p:spPr>
              <a:xfrm>
                <a:off x="10237013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616 w 33026"/>
                  <a:gd name="connsiteY3" fmla="*/ 71640 h 72975"/>
                  <a:gd name="connsiteX4" fmla="*/ 10400 w 33026"/>
                  <a:gd name="connsiteY4" fmla="*/ 62856 h 72975"/>
                  <a:gd name="connsiteX5" fmla="*/ 10400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6" name="Hình tự do: Hình 55">
                <a:extLst>
                  <a:ext uri="{FF2B5EF4-FFF2-40B4-BE49-F238E27FC236}">
                    <a16:creationId xmlns:a16="http://schemas.microsoft.com/office/drawing/2014/main" id="{5A05A4A9-1A42-462D-A225-91041E0E175E}"/>
                  </a:ext>
                </a:extLst>
              </p:cNvPr>
              <p:cNvSpPr/>
              <p:nvPr/>
            </p:nvSpPr>
            <p:spPr>
              <a:xfrm>
                <a:off x="10237013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616 w 33026"/>
                  <a:gd name="connsiteY3" fmla="*/ 71640 h 72975"/>
                  <a:gd name="connsiteX4" fmla="*/ 0 w 33026"/>
                  <a:gd name="connsiteY4" fmla="*/ 71500 h 72975"/>
                  <a:gd name="connsiteX5" fmla="*/ 1616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570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7" name="Hình tự do: Hình 56">
                <a:extLst>
                  <a:ext uri="{FF2B5EF4-FFF2-40B4-BE49-F238E27FC236}">
                    <a16:creationId xmlns:a16="http://schemas.microsoft.com/office/drawing/2014/main" id="{EDCB8C11-BEF9-4B8C-8D78-BEEB19A20096}"/>
                  </a:ext>
                </a:extLst>
              </p:cNvPr>
              <p:cNvSpPr/>
              <p:nvPr/>
            </p:nvSpPr>
            <p:spPr>
              <a:xfrm>
                <a:off x="10052625" y="1731121"/>
                <a:ext cx="184388" cy="52772"/>
              </a:xfrm>
              <a:custGeom>
                <a:avLst/>
                <a:gdLst>
                  <a:gd name="connsiteX0" fmla="*/ 105545 w 184388"/>
                  <a:gd name="connsiteY0" fmla="*/ 52773 h 52772"/>
                  <a:gd name="connsiteX1" fmla="*/ 0 w 184388"/>
                  <a:gd name="connsiteY1" fmla="*/ 52773 h 52772"/>
                  <a:gd name="connsiteX2" fmla="*/ 0 w 184388"/>
                  <a:gd name="connsiteY2" fmla="*/ 0 h 52772"/>
                  <a:gd name="connsiteX3" fmla="*/ 184388 w 184388"/>
                  <a:gd name="connsiteY3" fmla="*/ 0 h 52772"/>
                  <a:gd name="connsiteX4" fmla="*/ 184388 w 184388"/>
                  <a:gd name="connsiteY4" fmla="*/ 52773 h 52772"/>
                  <a:gd name="connsiteX5" fmla="*/ 105545 w 184388"/>
                  <a:gd name="connsiteY5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2772">
                    <a:moveTo>
                      <a:pt x="105545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  <a:lnTo>
                      <a:pt x="105545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8" name="Hình tự do: Hình 57">
                <a:extLst>
                  <a:ext uri="{FF2B5EF4-FFF2-40B4-BE49-F238E27FC236}">
                    <a16:creationId xmlns:a16="http://schemas.microsoft.com/office/drawing/2014/main" id="{68073A9A-65BD-40A5-AD9D-068E3ED75FA0}"/>
                  </a:ext>
                </a:extLst>
              </p:cNvPr>
              <p:cNvSpPr/>
              <p:nvPr/>
            </p:nvSpPr>
            <p:spPr>
              <a:xfrm>
                <a:off x="10014855" y="1731121"/>
                <a:ext cx="3513" cy="52772"/>
              </a:xfrm>
              <a:custGeom>
                <a:avLst/>
                <a:gdLst>
                  <a:gd name="connsiteX0" fmla="*/ 0 w 3513"/>
                  <a:gd name="connsiteY0" fmla="*/ 52773 h 52772"/>
                  <a:gd name="connsiteX1" fmla="*/ 0 w 3513"/>
                  <a:gd name="connsiteY1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2772">
                    <a:moveTo>
                      <a:pt x="0" y="52773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9" name="Hình tự do: Hình 58">
                <a:extLst>
                  <a:ext uri="{FF2B5EF4-FFF2-40B4-BE49-F238E27FC236}">
                    <a16:creationId xmlns:a16="http://schemas.microsoft.com/office/drawing/2014/main" id="{49775755-AC25-4025-82B7-CEBEAA3E5818}"/>
                  </a:ext>
                </a:extLst>
              </p:cNvPr>
              <p:cNvSpPr/>
              <p:nvPr/>
            </p:nvSpPr>
            <p:spPr>
              <a:xfrm>
                <a:off x="10237013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94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0" name="Hình tự do: Hình 59">
                <a:extLst>
                  <a:ext uri="{FF2B5EF4-FFF2-40B4-BE49-F238E27FC236}">
                    <a16:creationId xmlns:a16="http://schemas.microsoft.com/office/drawing/2014/main" id="{D52998A3-3527-42CD-9EAD-135EECC8E5F4}"/>
                  </a:ext>
                </a:extLst>
              </p:cNvPr>
              <p:cNvSpPr/>
              <p:nvPr/>
            </p:nvSpPr>
            <p:spPr>
              <a:xfrm>
                <a:off x="10014855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1" name="Hình tự do: Hình 60">
                <a:extLst>
                  <a:ext uri="{FF2B5EF4-FFF2-40B4-BE49-F238E27FC236}">
                    <a16:creationId xmlns:a16="http://schemas.microsoft.com/office/drawing/2014/main" id="{F977A724-68AD-4AA2-9768-7FEABEE4E163}"/>
                  </a:ext>
                </a:extLst>
              </p:cNvPr>
              <p:cNvSpPr/>
              <p:nvPr/>
            </p:nvSpPr>
            <p:spPr>
              <a:xfrm>
                <a:off x="10014855" y="1731121"/>
                <a:ext cx="37770" cy="52772"/>
              </a:xfrm>
              <a:custGeom>
                <a:avLst/>
                <a:gdLst>
                  <a:gd name="connsiteX0" fmla="*/ 37770 w 37770"/>
                  <a:gd name="connsiteY0" fmla="*/ 52773 h 52772"/>
                  <a:gd name="connsiteX1" fmla="*/ 0 w 37770"/>
                  <a:gd name="connsiteY1" fmla="*/ 52773 h 52772"/>
                  <a:gd name="connsiteX2" fmla="*/ 0 w 37770"/>
                  <a:gd name="connsiteY2" fmla="*/ 0 h 52772"/>
                  <a:gd name="connsiteX3" fmla="*/ 37770 w 37770"/>
                  <a:gd name="connsiteY3" fmla="*/ 0 h 52772"/>
                  <a:gd name="connsiteX4" fmla="*/ 37770 w 37770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2772">
                    <a:moveTo>
                      <a:pt x="37770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2773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2" name="Hình tự do: Hình 61">
                <a:extLst>
                  <a:ext uri="{FF2B5EF4-FFF2-40B4-BE49-F238E27FC236}">
                    <a16:creationId xmlns:a16="http://schemas.microsoft.com/office/drawing/2014/main" id="{FA49872D-ADA5-4FAC-8618-3C43EBA3BCC4}"/>
                  </a:ext>
                </a:extLst>
              </p:cNvPr>
              <p:cNvSpPr/>
              <p:nvPr/>
            </p:nvSpPr>
            <p:spPr>
              <a:xfrm>
                <a:off x="10448525" y="1819029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3" name="Hình tự do: Hình 62">
                <a:extLst>
                  <a:ext uri="{FF2B5EF4-FFF2-40B4-BE49-F238E27FC236}">
                    <a16:creationId xmlns:a16="http://schemas.microsoft.com/office/drawing/2014/main" id="{6E64AB38-ED2C-4912-99C0-7B6DA6D176D5}"/>
                  </a:ext>
                </a:extLst>
              </p:cNvPr>
              <p:cNvSpPr/>
              <p:nvPr/>
            </p:nvSpPr>
            <p:spPr>
              <a:xfrm>
                <a:off x="10397896" y="1819029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0 w 33061"/>
                  <a:gd name="connsiteY1" fmla="*/ 74591 h 74591"/>
                  <a:gd name="connsiteX2" fmla="*/ 0 w 33061"/>
                  <a:gd name="connsiteY2" fmla="*/ 71500 h 74591"/>
                  <a:gd name="connsiteX3" fmla="*/ 1616 w 33061"/>
                  <a:gd name="connsiteY3" fmla="*/ 71640 h 74591"/>
                  <a:gd name="connsiteX4" fmla="*/ 10400 w 33061"/>
                  <a:gd name="connsiteY4" fmla="*/ 62856 h 74591"/>
                  <a:gd name="connsiteX5" fmla="*/ 10400 w 33061"/>
                  <a:gd name="connsiteY5" fmla="*/ 0 h 74591"/>
                  <a:gd name="connsiteX6" fmla="*/ 33062 w 33061"/>
                  <a:gd name="connsiteY6" fmla="*/ 0 h 74591"/>
                  <a:gd name="connsiteX7" fmla="*/ 33062 w 3306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62" y="0"/>
                    </a:lnTo>
                    <a:lnTo>
                      <a:pt x="3306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4" name="Hình tự do: Hình 63">
                <a:extLst>
                  <a:ext uri="{FF2B5EF4-FFF2-40B4-BE49-F238E27FC236}">
                    <a16:creationId xmlns:a16="http://schemas.microsoft.com/office/drawing/2014/main" id="{A2016964-273A-43D6-913E-73520E353C22}"/>
                  </a:ext>
                </a:extLst>
              </p:cNvPr>
              <p:cNvSpPr/>
              <p:nvPr/>
            </p:nvSpPr>
            <p:spPr>
              <a:xfrm>
                <a:off x="10397896" y="1819029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33062 w 33061"/>
                  <a:gd name="connsiteY1" fmla="*/ 0 h 74591"/>
                  <a:gd name="connsiteX2" fmla="*/ 33062 w 33061"/>
                  <a:gd name="connsiteY2" fmla="*/ 74591 h 74591"/>
                  <a:gd name="connsiteX3" fmla="*/ 1616 w 33061"/>
                  <a:gd name="connsiteY3" fmla="*/ 71640 h 74591"/>
                  <a:gd name="connsiteX4" fmla="*/ 0 w 33061"/>
                  <a:gd name="connsiteY4" fmla="*/ 71500 h 74591"/>
                  <a:gd name="connsiteX5" fmla="*/ 1616 w 33061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33062" y="0"/>
                    </a:lnTo>
                    <a:lnTo>
                      <a:pt x="33062" y="74591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5" name="Hình tự do: Hình 64">
                <a:extLst>
                  <a:ext uri="{FF2B5EF4-FFF2-40B4-BE49-F238E27FC236}">
                    <a16:creationId xmlns:a16="http://schemas.microsoft.com/office/drawing/2014/main" id="{DB04D704-E5AE-45B8-9D14-9DC3E19F9CD7}"/>
                  </a:ext>
                </a:extLst>
              </p:cNvPr>
              <p:cNvSpPr/>
              <p:nvPr/>
            </p:nvSpPr>
            <p:spPr>
              <a:xfrm>
                <a:off x="10213508" y="1893620"/>
                <a:ext cx="184388" cy="51156"/>
              </a:xfrm>
              <a:custGeom>
                <a:avLst/>
                <a:gdLst>
                  <a:gd name="connsiteX0" fmla="*/ 184388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8" h="51156">
                    <a:moveTo>
                      <a:pt x="184388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6" name="Hình tự do: Hình 65">
                <a:extLst>
                  <a:ext uri="{FF2B5EF4-FFF2-40B4-BE49-F238E27FC236}">
                    <a16:creationId xmlns:a16="http://schemas.microsoft.com/office/drawing/2014/main" id="{819D23BE-5CE9-4623-9038-9C926FC35AB1}"/>
                  </a:ext>
                </a:extLst>
              </p:cNvPr>
              <p:cNvSpPr/>
              <p:nvPr/>
            </p:nvSpPr>
            <p:spPr>
              <a:xfrm>
                <a:off x="10397896" y="1893620"/>
                <a:ext cx="64472" cy="51156"/>
              </a:xfrm>
              <a:custGeom>
                <a:avLst/>
                <a:gdLst>
                  <a:gd name="connsiteX0" fmla="*/ 64472 w 64472"/>
                  <a:gd name="connsiteY0" fmla="*/ 51157 h 51156"/>
                  <a:gd name="connsiteX1" fmla="*/ 0 w 64472"/>
                  <a:gd name="connsiteY1" fmla="*/ 51157 h 51156"/>
                  <a:gd name="connsiteX2" fmla="*/ 0 w 64472"/>
                  <a:gd name="connsiteY2" fmla="*/ 0 h 51156"/>
                  <a:gd name="connsiteX3" fmla="*/ 33062 w 64472"/>
                  <a:gd name="connsiteY3" fmla="*/ 0 h 51156"/>
                  <a:gd name="connsiteX4" fmla="*/ 33062 w 64472"/>
                  <a:gd name="connsiteY4" fmla="*/ 17603 h 51156"/>
                  <a:gd name="connsiteX5" fmla="*/ 41846 w 64472"/>
                  <a:gd name="connsiteY5" fmla="*/ 26386 h 51156"/>
                  <a:gd name="connsiteX6" fmla="*/ 50629 w 64472"/>
                  <a:gd name="connsiteY6" fmla="*/ 17603 h 51156"/>
                  <a:gd name="connsiteX7" fmla="*/ 50629 w 64472"/>
                  <a:gd name="connsiteY7" fmla="*/ 0 h 51156"/>
                  <a:gd name="connsiteX8" fmla="*/ 64472 w 64472"/>
                  <a:gd name="connsiteY8" fmla="*/ 0 h 51156"/>
                  <a:gd name="connsiteX9" fmla="*/ 64472 w 64472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2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62" y="0"/>
                    </a:lnTo>
                    <a:lnTo>
                      <a:pt x="33062" y="17603"/>
                    </a:lnTo>
                    <a:cubicBezTo>
                      <a:pt x="33062" y="22486"/>
                      <a:pt x="36962" y="26386"/>
                      <a:pt x="41846" y="26386"/>
                    </a:cubicBezTo>
                    <a:cubicBezTo>
                      <a:pt x="46659" y="26386"/>
                      <a:pt x="50629" y="22486"/>
                      <a:pt x="50629" y="17603"/>
                    </a:cubicBezTo>
                    <a:lnTo>
                      <a:pt x="50629" y="0"/>
                    </a:lnTo>
                    <a:lnTo>
                      <a:pt x="64472" y="0"/>
                    </a:lnTo>
                    <a:lnTo>
                      <a:pt x="64472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7" name="Hình tự do: Hình 66">
                <a:extLst>
                  <a:ext uri="{FF2B5EF4-FFF2-40B4-BE49-F238E27FC236}">
                    <a16:creationId xmlns:a16="http://schemas.microsoft.com/office/drawing/2014/main" id="{11183545-68C7-49C0-9EE4-4466CFBDE801}"/>
                  </a:ext>
                </a:extLst>
              </p:cNvPr>
              <p:cNvSpPr/>
              <p:nvPr/>
            </p:nvSpPr>
            <p:spPr>
              <a:xfrm>
                <a:off x="10175738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8" name="Hình tự do: Hình 67">
                <a:extLst>
                  <a:ext uri="{FF2B5EF4-FFF2-40B4-BE49-F238E27FC236}">
                    <a16:creationId xmlns:a16="http://schemas.microsoft.com/office/drawing/2014/main" id="{806D8707-4FCC-4982-9D20-8A49B49DC161}"/>
                  </a:ext>
                </a:extLst>
              </p:cNvPr>
              <p:cNvSpPr/>
              <p:nvPr/>
            </p:nvSpPr>
            <p:spPr>
              <a:xfrm>
                <a:off x="10175738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9" name="Hình tự do: Hình 68">
                <a:extLst>
                  <a:ext uri="{FF2B5EF4-FFF2-40B4-BE49-F238E27FC236}">
                    <a16:creationId xmlns:a16="http://schemas.microsoft.com/office/drawing/2014/main" id="{FE811C4C-3EF2-474F-84E0-0D55AA4068BA}"/>
                  </a:ext>
                </a:extLst>
              </p:cNvPr>
              <p:cNvSpPr/>
              <p:nvPr/>
            </p:nvSpPr>
            <p:spPr>
              <a:xfrm>
                <a:off x="10126725" y="1819029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0" name="Hình tự do: Hình 69">
                <a:extLst>
                  <a:ext uri="{FF2B5EF4-FFF2-40B4-BE49-F238E27FC236}">
                    <a16:creationId xmlns:a16="http://schemas.microsoft.com/office/drawing/2014/main" id="{5B6263BC-70AC-4AD9-AE2E-4F28BFC7B91A}"/>
                  </a:ext>
                </a:extLst>
              </p:cNvPr>
              <p:cNvSpPr/>
              <p:nvPr/>
            </p:nvSpPr>
            <p:spPr>
              <a:xfrm>
                <a:off x="10076166" y="1819029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0 w 32991"/>
                  <a:gd name="connsiteY1" fmla="*/ 74591 h 74591"/>
                  <a:gd name="connsiteX2" fmla="*/ 0 w 32991"/>
                  <a:gd name="connsiteY2" fmla="*/ 71500 h 74591"/>
                  <a:gd name="connsiteX3" fmla="*/ 1546 w 32991"/>
                  <a:gd name="connsiteY3" fmla="*/ 71640 h 74591"/>
                  <a:gd name="connsiteX4" fmla="*/ 10330 w 32991"/>
                  <a:gd name="connsiteY4" fmla="*/ 62856 h 74591"/>
                  <a:gd name="connsiteX5" fmla="*/ 10330 w 32991"/>
                  <a:gd name="connsiteY5" fmla="*/ 0 h 74591"/>
                  <a:gd name="connsiteX6" fmla="*/ 32992 w 32991"/>
                  <a:gd name="connsiteY6" fmla="*/ 0 h 74591"/>
                  <a:gd name="connsiteX7" fmla="*/ 32992 w 3299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492" y="71605"/>
                      <a:pt x="1019" y="71640"/>
                      <a:pt x="1546" y="71640"/>
                    </a:cubicBezTo>
                    <a:cubicBezTo>
                      <a:pt x="6395" y="71640"/>
                      <a:pt x="10330" y="67705"/>
                      <a:pt x="10330" y="62856"/>
                    </a:cubicBezTo>
                    <a:lnTo>
                      <a:pt x="10330" y="0"/>
                    </a:lnTo>
                    <a:lnTo>
                      <a:pt x="32992" y="0"/>
                    </a:lnTo>
                    <a:lnTo>
                      <a:pt x="3299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1" name="Hình tự do: Hình 70">
                <a:extLst>
                  <a:ext uri="{FF2B5EF4-FFF2-40B4-BE49-F238E27FC236}">
                    <a16:creationId xmlns:a16="http://schemas.microsoft.com/office/drawing/2014/main" id="{C5D7748D-4A31-4195-82A8-5D9E46925D06}"/>
                  </a:ext>
                </a:extLst>
              </p:cNvPr>
              <p:cNvSpPr/>
              <p:nvPr/>
            </p:nvSpPr>
            <p:spPr>
              <a:xfrm>
                <a:off x="10076166" y="1819029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32992 w 32991"/>
                  <a:gd name="connsiteY1" fmla="*/ 0 h 74591"/>
                  <a:gd name="connsiteX2" fmla="*/ 32992 w 32991"/>
                  <a:gd name="connsiteY2" fmla="*/ 74591 h 74591"/>
                  <a:gd name="connsiteX3" fmla="*/ 1546 w 32991"/>
                  <a:gd name="connsiteY3" fmla="*/ 71640 h 74591"/>
                  <a:gd name="connsiteX4" fmla="*/ 0 w 32991"/>
                  <a:gd name="connsiteY4" fmla="*/ 71500 h 74591"/>
                  <a:gd name="connsiteX5" fmla="*/ 1546 w 32991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32992" y="0"/>
                    </a:lnTo>
                    <a:lnTo>
                      <a:pt x="32992" y="74591"/>
                    </a:lnTo>
                    <a:moveTo>
                      <a:pt x="1546" y="71640"/>
                    </a:moveTo>
                    <a:cubicBezTo>
                      <a:pt x="1019" y="71640"/>
                      <a:pt x="492" y="71605"/>
                      <a:pt x="0" y="71500"/>
                    </a:cubicBezTo>
                    <a:cubicBezTo>
                      <a:pt x="492" y="71605"/>
                      <a:pt x="1019" y="71640"/>
                      <a:pt x="154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2" name="Hình tự do: Hình 71">
                <a:extLst>
                  <a:ext uri="{FF2B5EF4-FFF2-40B4-BE49-F238E27FC236}">
                    <a16:creationId xmlns:a16="http://schemas.microsoft.com/office/drawing/2014/main" id="{60D71A1B-7641-4C17-A565-45B106C98BBE}"/>
                  </a:ext>
                </a:extLst>
              </p:cNvPr>
              <p:cNvSpPr/>
              <p:nvPr/>
            </p:nvSpPr>
            <p:spPr>
              <a:xfrm>
                <a:off x="9891742" y="1893620"/>
                <a:ext cx="184423" cy="51156"/>
              </a:xfrm>
              <a:custGeom>
                <a:avLst/>
                <a:gdLst>
                  <a:gd name="connsiteX0" fmla="*/ 105545 w 184423"/>
                  <a:gd name="connsiteY0" fmla="*/ 51157 h 51156"/>
                  <a:gd name="connsiteX1" fmla="*/ 0 w 184423"/>
                  <a:gd name="connsiteY1" fmla="*/ 51157 h 51156"/>
                  <a:gd name="connsiteX2" fmla="*/ 0 w 184423"/>
                  <a:gd name="connsiteY2" fmla="*/ 0 h 51156"/>
                  <a:gd name="connsiteX3" fmla="*/ 184423 w 184423"/>
                  <a:gd name="connsiteY3" fmla="*/ 0 h 51156"/>
                  <a:gd name="connsiteX4" fmla="*/ 184423 w 184423"/>
                  <a:gd name="connsiteY4" fmla="*/ 51157 h 51156"/>
                  <a:gd name="connsiteX5" fmla="*/ 105545 w 184423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423" h="51156">
                    <a:moveTo>
                      <a:pt x="105545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423" y="0"/>
                    </a:lnTo>
                    <a:lnTo>
                      <a:pt x="184423" y="51157"/>
                    </a:lnTo>
                    <a:lnTo>
                      <a:pt x="105545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3" name="Hình tự do: Hình 72">
                <a:extLst>
                  <a:ext uri="{FF2B5EF4-FFF2-40B4-BE49-F238E27FC236}">
                    <a16:creationId xmlns:a16="http://schemas.microsoft.com/office/drawing/2014/main" id="{ACC3AF29-C492-4159-BB16-ADF2C8D1427E}"/>
                  </a:ext>
                </a:extLst>
              </p:cNvPr>
              <p:cNvSpPr/>
              <p:nvPr/>
            </p:nvSpPr>
            <p:spPr>
              <a:xfrm>
                <a:off x="10076166" y="1893620"/>
                <a:ext cx="64437" cy="51156"/>
              </a:xfrm>
              <a:custGeom>
                <a:avLst/>
                <a:gdLst>
                  <a:gd name="connsiteX0" fmla="*/ 64437 w 64437"/>
                  <a:gd name="connsiteY0" fmla="*/ 51157 h 51156"/>
                  <a:gd name="connsiteX1" fmla="*/ 0 w 64437"/>
                  <a:gd name="connsiteY1" fmla="*/ 51157 h 51156"/>
                  <a:gd name="connsiteX2" fmla="*/ 0 w 64437"/>
                  <a:gd name="connsiteY2" fmla="*/ 0 h 51156"/>
                  <a:gd name="connsiteX3" fmla="*/ 32992 w 64437"/>
                  <a:gd name="connsiteY3" fmla="*/ 0 h 51156"/>
                  <a:gd name="connsiteX4" fmla="*/ 32992 w 64437"/>
                  <a:gd name="connsiteY4" fmla="*/ 17603 h 51156"/>
                  <a:gd name="connsiteX5" fmla="*/ 41775 w 64437"/>
                  <a:gd name="connsiteY5" fmla="*/ 26386 h 51156"/>
                  <a:gd name="connsiteX6" fmla="*/ 50559 w 64437"/>
                  <a:gd name="connsiteY6" fmla="*/ 17603 h 51156"/>
                  <a:gd name="connsiteX7" fmla="*/ 50559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2992" y="0"/>
                    </a:lnTo>
                    <a:lnTo>
                      <a:pt x="32992" y="17603"/>
                    </a:lnTo>
                    <a:cubicBezTo>
                      <a:pt x="32992" y="22486"/>
                      <a:pt x="36927" y="26386"/>
                      <a:pt x="41775" y="26386"/>
                    </a:cubicBezTo>
                    <a:cubicBezTo>
                      <a:pt x="46624" y="26386"/>
                      <a:pt x="50559" y="22486"/>
                      <a:pt x="50559" y="17603"/>
                    </a:cubicBezTo>
                    <a:lnTo>
                      <a:pt x="50559" y="0"/>
                    </a:lnTo>
                    <a:lnTo>
                      <a:pt x="64437" y="0"/>
                    </a:lnTo>
                    <a:lnTo>
                      <a:pt x="64437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4" name="Hình tự do: Hình 73">
                <a:extLst>
                  <a:ext uri="{FF2B5EF4-FFF2-40B4-BE49-F238E27FC236}">
                    <a16:creationId xmlns:a16="http://schemas.microsoft.com/office/drawing/2014/main" id="{544303EE-7323-4D72-AE01-745D0714653E}"/>
                  </a:ext>
                </a:extLst>
              </p:cNvPr>
              <p:cNvSpPr/>
              <p:nvPr/>
            </p:nvSpPr>
            <p:spPr>
              <a:xfrm>
                <a:off x="9853972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5" name="Hình tự do: Hình 74">
                <a:extLst>
                  <a:ext uri="{FF2B5EF4-FFF2-40B4-BE49-F238E27FC236}">
                    <a16:creationId xmlns:a16="http://schemas.microsoft.com/office/drawing/2014/main" id="{08B11659-F6B6-4D2E-A592-0932B3A17095}"/>
                  </a:ext>
                </a:extLst>
              </p:cNvPr>
              <p:cNvSpPr/>
              <p:nvPr/>
            </p:nvSpPr>
            <p:spPr>
              <a:xfrm>
                <a:off x="9853972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6" name="Hình tự do: Hình 75">
                <a:extLst>
                  <a:ext uri="{FF2B5EF4-FFF2-40B4-BE49-F238E27FC236}">
                    <a16:creationId xmlns:a16="http://schemas.microsoft.com/office/drawing/2014/main" id="{48B9767C-1B8D-4A2F-BA0D-43F84574AC5A}"/>
                  </a:ext>
                </a:extLst>
              </p:cNvPr>
              <p:cNvSpPr/>
              <p:nvPr/>
            </p:nvSpPr>
            <p:spPr>
              <a:xfrm>
                <a:off x="9804959" y="1819029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7" name="Hình tự do: Hình 76">
                <a:extLst>
                  <a:ext uri="{FF2B5EF4-FFF2-40B4-BE49-F238E27FC236}">
                    <a16:creationId xmlns:a16="http://schemas.microsoft.com/office/drawing/2014/main" id="{4EFAFC0E-197A-46F5-8716-BA6184692E2D}"/>
                  </a:ext>
                </a:extLst>
              </p:cNvPr>
              <p:cNvSpPr/>
              <p:nvPr/>
            </p:nvSpPr>
            <p:spPr>
              <a:xfrm>
                <a:off x="9754365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00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8" name="Hình tự do: Hình 77">
                <a:extLst>
                  <a:ext uri="{FF2B5EF4-FFF2-40B4-BE49-F238E27FC236}">
                    <a16:creationId xmlns:a16="http://schemas.microsoft.com/office/drawing/2014/main" id="{3800AC65-FC65-43BF-A0B1-7845B88ABE63}"/>
                  </a:ext>
                </a:extLst>
              </p:cNvPr>
              <p:cNvSpPr/>
              <p:nvPr/>
            </p:nvSpPr>
            <p:spPr>
              <a:xfrm>
                <a:off x="9754365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00 h 74591"/>
                  <a:gd name="connsiteX5" fmla="*/ 1581 w 33026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9" name="Hình tự do: Hình 78">
                <a:extLst>
                  <a:ext uri="{FF2B5EF4-FFF2-40B4-BE49-F238E27FC236}">
                    <a16:creationId xmlns:a16="http://schemas.microsoft.com/office/drawing/2014/main" id="{62139031-5C1A-4513-AB42-483B727C35C2}"/>
                  </a:ext>
                </a:extLst>
              </p:cNvPr>
              <p:cNvSpPr/>
              <p:nvPr/>
            </p:nvSpPr>
            <p:spPr>
              <a:xfrm>
                <a:off x="9532172" y="1893620"/>
                <a:ext cx="35" cy="51156"/>
              </a:xfrm>
              <a:custGeom>
                <a:avLst/>
                <a:gdLst>
                  <a:gd name="connsiteX0" fmla="*/ 0 w 35"/>
                  <a:gd name="connsiteY0" fmla="*/ 51157 h 51156"/>
                  <a:gd name="connsiteX1" fmla="*/ 35 w 35"/>
                  <a:gd name="connsiteY1" fmla="*/ 51157 h 51156"/>
                  <a:gd name="connsiteX2" fmla="*/ 35 w 35"/>
                  <a:gd name="connsiteY2" fmla="*/ 0 h 51156"/>
                  <a:gd name="connsiteX3" fmla="*/ 0 w 35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" h="51156">
                    <a:moveTo>
                      <a:pt x="0" y="51157"/>
                    </a:moveTo>
                    <a:lnTo>
                      <a:pt x="35" y="51157"/>
                    </a:lnTo>
                    <a:lnTo>
                      <a:pt x="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0" name="Hình tự do: Hình 79">
                <a:extLst>
                  <a:ext uri="{FF2B5EF4-FFF2-40B4-BE49-F238E27FC236}">
                    <a16:creationId xmlns:a16="http://schemas.microsoft.com/office/drawing/2014/main" id="{44424FA2-9D33-425C-8384-083CE987CAAE}"/>
                  </a:ext>
                </a:extLst>
              </p:cNvPr>
              <p:cNvSpPr/>
              <p:nvPr/>
            </p:nvSpPr>
            <p:spPr>
              <a:xfrm>
                <a:off x="9569977" y="1893620"/>
                <a:ext cx="184388" cy="51156"/>
              </a:xfrm>
              <a:custGeom>
                <a:avLst/>
                <a:gdLst>
                  <a:gd name="connsiteX0" fmla="*/ 105545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  <a:gd name="connsiteX5" fmla="*/ 105545 w 184388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45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  <a:lnTo>
                      <a:pt x="105545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1" name="Hình tự do: Hình 80">
                <a:extLst>
                  <a:ext uri="{FF2B5EF4-FFF2-40B4-BE49-F238E27FC236}">
                    <a16:creationId xmlns:a16="http://schemas.microsoft.com/office/drawing/2014/main" id="{63CF9F4A-3BB6-4DA5-BA69-290FE50D67D3}"/>
                  </a:ext>
                </a:extLst>
              </p:cNvPr>
              <p:cNvSpPr/>
              <p:nvPr/>
            </p:nvSpPr>
            <p:spPr>
              <a:xfrm>
                <a:off x="9754365" y="1893620"/>
                <a:ext cx="64472" cy="51156"/>
              </a:xfrm>
              <a:custGeom>
                <a:avLst/>
                <a:gdLst>
                  <a:gd name="connsiteX0" fmla="*/ 64473 w 64472"/>
                  <a:gd name="connsiteY0" fmla="*/ 51157 h 51156"/>
                  <a:gd name="connsiteX1" fmla="*/ 0 w 64472"/>
                  <a:gd name="connsiteY1" fmla="*/ 51157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03 h 51156"/>
                  <a:gd name="connsiteX5" fmla="*/ 41811 w 64472"/>
                  <a:gd name="connsiteY5" fmla="*/ 26386 h 51156"/>
                  <a:gd name="connsiteX6" fmla="*/ 50594 w 64472"/>
                  <a:gd name="connsiteY6" fmla="*/ 17603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03"/>
                    </a:lnTo>
                    <a:cubicBezTo>
                      <a:pt x="33027" y="22486"/>
                      <a:pt x="36962" y="26386"/>
                      <a:pt x="41811" y="26386"/>
                    </a:cubicBezTo>
                    <a:cubicBezTo>
                      <a:pt x="46659" y="26386"/>
                      <a:pt x="50594" y="22486"/>
                      <a:pt x="50594" y="17603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2" name="Hình tự do: Hình 81">
                <a:extLst>
                  <a:ext uri="{FF2B5EF4-FFF2-40B4-BE49-F238E27FC236}">
                    <a16:creationId xmlns:a16="http://schemas.microsoft.com/office/drawing/2014/main" id="{847D2C89-7280-4074-B408-7E3A418CD74E}"/>
                  </a:ext>
                </a:extLst>
              </p:cNvPr>
              <p:cNvSpPr/>
              <p:nvPr/>
            </p:nvSpPr>
            <p:spPr>
              <a:xfrm>
                <a:off x="9532207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3" name="Hình tự do: Hình 82">
                <a:extLst>
                  <a:ext uri="{FF2B5EF4-FFF2-40B4-BE49-F238E27FC236}">
                    <a16:creationId xmlns:a16="http://schemas.microsoft.com/office/drawing/2014/main" id="{59081F8A-ABDD-4730-A437-44562C29EC45}"/>
                  </a:ext>
                </a:extLst>
              </p:cNvPr>
              <p:cNvSpPr/>
              <p:nvPr/>
            </p:nvSpPr>
            <p:spPr>
              <a:xfrm>
                <a:off x="9532207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4" name="Hình tự do: Hình 83">
                <a:extLst>
                  <a:ext uri="{FF2B5EF4-FFF2-40B4-BE49-F238E27FC236}">
                    <a16:creationId xmlns:a16="http://schemas.microsoft.com/office/drawing/2014/main" id="{20B8DBCD-5B5B-40FF-BA87-E4A544445EC7}"/>
                  </a:ext>
                </a:extLst>
              </p:cNvPr>
              <p:cNvSpPr/>
              <p:nvPr/>
            </p:nvSpPr>
            <p:spPr>
              <a:xfrm>
                <a:off x="9432599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00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5" name="Hình tự do: Hình 84">
                <a:extLst>
                  <a:ext uri="{FF2B5EF4-FFF2-40B4-BE49-F238E27FC236}">
                    <a16:creationId xmlns:a16="http://schemas.microsoft.com/office/drawing/2014/main" id="{3629BECB-0453-4851-9EA7-7A633AC20E95}"/>
                  </a:ext>
                </a:extLst>
              </p:cNvPr>
              <p:cNvSpPr/>
              <p:nvPr/>
            </p:nvSpPr>
            <p:spPr>
              <a:xfrm>
                <a:off x="9432599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00 h 74591"/>
                  <a:gd name="connsiteX5" fmla="*/ 1581 w 33026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6" name="Hình tự do: Hình 85">
                <a:extLst>
                  <a:ext uri="{FF2B5EF4-FFF2-40B4-BE49-F238E27FC236}">
                    <a16:creationId xmlns:a16="http://schemas.microsoft.com/office/drawing/2014/main" id="{AD2107DF-867A-43B3-849F-98E157C2320C}"/>
                  </a:ext>
                </a:extLst>
              </p:cNvPr>
              <p:cNvSpPr/>
              <p:nvPr/>
            </p:nvSpPr>
            <p:spPr>
              <a:xfrm>
                <a:off x="9483194" y="1819029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7" name="Hình tự do: Hình 86">
                <a:extLst>
                  <a:ext uri="{FF2B5EF4-FFF2-40B4-BE49-F238E27FC236}">
                    <a16:creationId xmlns:a16="http://schemas.microsoft.com/office/drawing/2014/main" id="{F9E4B1F5-202C-48CF-B25D-00FCCB69445F}"/>
                  </a:ext>
                </a:extLst>
              </p:cNvPr>
              <p:cNvSpPr/>
              <p:nvPr/>
            </p:nvSpPr>
            <p:spPr>
              <a:xfrm>
                <a:off x="9248211" y="1893620"/>
                <a:ext cx="184388" cy="51156"/>
              </a:xfrm>
              <a:custGeom>
                <a:avLst/>
                <a:gdLst>
                  <a:gd name="connsiteX0" fmla="*/ 105510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  <a:gd name="connsiteX5" fmla="*/ 105510 w 184388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10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  <a:lnTo>
                      <a:pt x="105510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8" name="Hình tự do: Hình 87">
                <a:extLst>
                  <a:ext uri="{FF2B5EF4-FFF2-40B4-BE49-F238E27FC236}">
                    <a16:creationId xmlns:a16="http://schemas.microsoft.com/office/drawing/2014/main" id="{C875B44A-7AF8-4AE2-8004-23566A229823}"/>
                  </a:ext>
                </a:extLst>
              </p:cNvPr>
              <p:cNvSpPr/>
              <p:nvPr/>
            </p:nvSpPr>
            <p:spPr>
              <a:xfrm>
                <a:off x="9432599" y="1893620"/>
                <a:ext cx="64437" cy="51156"/>
              </a:xfrm>
              <a:custGeom>
                <a:avLst/>
                <a:gdLst>
                  <a:gd name="connsiteX0" fmla="*/ 64437 w 64437"/>
                  <a:gd name="connsiteY0" fmla="*/ 51157 h 51156"/>
                  <a:gd name="connsiteX1" fmla="*/ 0 w 64437"/>
                  <a:gd name="connsiteY1" fmla="*/ 51157 h 51156"/>
                  <a:gd name="connsiteX2" fmla="*/ 0 w 64437"/>
                  <a:gd name="connsiteY2" fmla="*/ 0 h 51156"/>
                  <a:gd name="connsiteX3" fmla="*/ 33027 w 64437"/>
                  <a:gd name="connsiteY3" fmla="*/ 0 h 51156"/>
                  <a:gd name="connsiteX4" fmla="*/ 33027 w 64437"/>
                  <a:gd name="connsiteY4" fmla="*/ 17603 h 51156"/>
                  <a:gd name="connsiteX5" fmla="*/ 41811 w 64437"/>
                  <a:gd name="connsiteY5" fmla="*/ 26386 h 51156"/>
                  <a:gd name="connsiteX6" fmla="*/ 50594 w 64437"/>
                  <a:gd name="connsiteY6" fmla="*/ 17603 h 51156"/>
                  <a:gd name="connsiteX7" fmla="*/ 50594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03"/>
                    </a:lnTo>
                    <a:cubicBezTo>
                      <a:pt x="33027" y="22486"/>
                      <a:pt x="36962" y="26386"/>
                      <a:pt x="41811" y="26386"/>
                    </a:cubicBezTo>
                    <a:cubicBezTo>
                      <a:pt x="46659" y="26386"/>
                      <a:pt x="50594" y="22486"/>
                      <a:pt x="50594" y="17603"/>
                    </a:cubicBezTo>
                    <a:lnTo>
                      <a:pt x="50594" y="0"/>
                    </a:lnTo>
                    <a:lnTo>
                      <a:pt x="64437" y="0"/>
                    </a:lnTo>
                    <a:lnTo>
                      <a:pt x="64437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9" name="Hình tự do: Hình 88">
                <a:extLst>
                  <a:ext uri="{FF2B5EF4-FFF2-40B4-BE49-F238E27FC236}">
                    <a16:creationId xmlns:a16="http://schemas.microsoft.com/office/drawing/2014/main" id="{A98EAD3E-CC8E-4713-8D8C-72437F72D57C}"/>
                  </a:ext>
                </a:extLst>
              </p:cNvPr>
              <p:cNvSpPr/>
              <p:nvPr/>
            </p:nvSpPr>
            <p:spPr>
              <a:xfrm>
                <a:off x="9210441" y="1819029"/>
                <a:ext cx="37769" cy="74591"/>
              </a:xfrm>
              <a:custGeom>
                <a:avLst/>
                <a:gdLst>
                  <a:gd name="connsiteX0" fmla="*/ 0 w 37769"/>
                  <a:gd name="connsiteY0" fmla="*/ 74591 h 74591"/>
                  <a:gd name="connsiteX1" fmla="*/ 37770 w 37769"/>
                  <a:gd name="connsiteY1" fmla="*/ 74591 h 74591"/>
                  <a:gd name="connsiteX2" fmla="*/ 37770 w 37769"/>
                  <a:gd name="connsiteY2" fmla="*/ 0 h 74591"/>
                  <a:gd name="connsiteX3" fmla="*/ 0 w 37769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69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0" name="Hình tự do: Hình 89">
                <a:extLst>
                  <a:ext uri="{FF2B5EF4-FFF2-40B4-BE49-F238E27FC236}">
                    <a16:creationId xmlns:a16="http://schemas.microsoft.com/office/drawing/2014/main" id="{AEFD00F8-40D5-4F4F-AB53-AA40C86793C0}"/>
                  </a:ext>
                </a:extLst>
              </p:cNvPr>
              <p:cNvSpPr/>
              <p:nvPr/>
            </p:nvSpPr>
            <p:spPr>
              <a:xfrm>
                <a:off x="9210441" y="1893620"/>
                <a:ext cx="37769" cy="51156"/>
              </a:xfrm>
              <a:custGeom>
                <a:avLst/>
                <a:gdLst>
                  <a:gd name="connsiteX0" fmla="*/ 37770 w 37769"/>
                  <a:gd name="connsiteY0" fmla="*/ 51157 h 51156"/>
                  <a:gd name="connsiteX1" fmla="*/ 0 w 37769"/>
                  <a:gd name="connsiteY1" fmla="*/ 51157 h 51156"/>
                  <a:gd name="connsiteX2" fmla="*/ 0 w 37769"/>
                  <a:gd name="connsiteY2" fmla="*/ 0 h 51156"/>
                  <a:gd name="connsiteX3" fmla="*/ 37770 w 37769"/>
                  <a:gd name="connsiteY3" fmla="*/ 0 h 51156"/>
                  <a:gd name="connsiteX4" fmla="*/ 37770 w 37769"/>
                  <a:gd name="connsiteY4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" h="51156">
                    <a:moveTo>
                      <a:pt x="37770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7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1" name="Hình tự do: Hình 90">
                <a:extLst>
                  <a:ext uri="{FF2B5EF4-FFF2-40B4-BE49-F238E27FC236}">
                    <a16:creationId xmlns:a16="http://schemas.microsoft.com/office/drawing/2014/main" id="{F11B281E-79E1-4B91-8571-EDEB4519A533}"/>
                  </a:ext>
                </a:extLst>
              </p:cNvPr>
              <p:cNvSpPr/>
              <p:nvPr/>
            </p:nvSpPr>
            <p:spPr>
              <a:xfrm>
                <a:off x="10448525" y="2140794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2" name="Hình tự do: Hình 91">
                <a:extLst>
                  <a:ext uri="{FF2B5EF4-FFF2-40B4-BE49-F238E27FC236}">
                    <a16:creationId xmlns:a16="http://schemas.microsoft.com/office/drawing/2014/main" id="{97EE9580-A881-4B7A-97F5-5C15422D9604}"/>
                  </a:ext>
                </a:extLst>
              </p:cNvPr>
              <p:cNvSpPr/>
              <p:nvPr/>
            </p:nvSpPr>
            <p:spPr>
              <a:xfrm>
                <a:off x="10397896" y="2140794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0 w 33061"/>
                  <a:gd name="connsiteY1" fmla="*/ 74591 h 74591"/>
                  <a:gd name="connsiteX2" fmla="*/ 0 w 33061"/>
                  <a:gd name="connsiteY2" fmla="*/ 71535 h 74591"/>
                  <a:gd name="connsiteX3" fmla="*/ 1616 w 33061"/>
                  <a:gd name="connsiteY3" fmla="*/ 71640 h 74591"/>
                  <a:gd name="connsiteX4" fmla="*/ 10400 w 33061"/>
                  <a:gd name="connsiteY4" fmla="*/ 62856 h 74591"/>
                  <a:gd name="connsiteX5" fmla="*/ 10400 w 33061"/>
                  <a:gd name="connsiteY5" fmla="*/ 0 h 74591"/>
                  <a:gd name="connsiteX6" fmla="*/ 33062 w 33061"/>
                  <a:gd name="connsiteY6" fmla="*/ 0 h 74591"/>
                  <a:gd name="connsiteX7" fmla="*/ 33062 w 3306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40"/>
                      <a:pt x="10400" y="62856"/>
                    </a:cubicBezTo>
                    <a:lnTo>
                      <a:pt x="10400" y="0"/>
                    </a:lnTo>
                    <a:lnTo>
                      <a:pt x="33062" y="0"/>
                    </a:lnTo>
                    <a:lnTo>
                      <a:pt x="3306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3" name="Hình tự do: Hình 92">
                <a:extLst>
                  <a:ext uri="{FF2B5EF4-FFF2-40B4-BE49-F238E27FC236}">
                    <a16:creationId xmlns:a16="http://schemas.microsoft.com/office/drawing/2014/main" id="{C4ADFF33-AB24-45A9-BD9D-D821F6FA5A36}"/>
                  </a:ext>
                </a:extLst>
              </p:cNvPr>
              <p:cNvSpPr/>
              <p:nvPr/>
            </p:nvSpPr>
            <p:spPr>
              <a:xfrm>
                <a:off x="10397896" y="2140794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33062 w 33061"/>
                  <a:gd name="connsiteY1" fmla="*/ 0 h 74591"/>
                  <a:gd name="connsiteX2" fmla="*/ 33062 w 33061"/>
                  <a:gd name="connsiteY2" fmla="*/ 74591 h 74591"/>
                  <a:gd name="connsiteX3" fmla="*/ 1616 w 33061"/>
                  <a:gd name="connsiteY3" fmla="*/ 71640 h 74591"/>
                  <a:gd name="connsiteX4" fmla="*/ 0 w 33061"/>
                  <a:gd name="connsiteY4" fmla="*/ 71535 h 74591"/>
                  <a:gd name="connsiteX5" fmla="*/ 0 w 33061"/>
                  <a:gd name="connsiteY5" fmla="*/ 71500 h 74591"/>
                  <a:gd name="connsiteX6" fmla="*/ 1616 w 33061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33062" y="0"/>
                    </a:lnTo>
                    <a:lnTo>
                      <a:pt x="33062" y="74591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4" name="Hình tự do: Hình 93">
                <a:extLst>
                  <a:ext uri="{FF2B5EF4-FFF2-40B4-BE49-F238E27FC236}">
                    <a16:creationId xmlns:a16="http://schemas.microsoft.com/office/drawing/2014/main" id="{C72B0B24-A47D-4E94-8710-F5CE63775F15}"/>
                  </a:ext>
                </a:extLst>
              </p:cNvPr>
              <p:cNvSpPr/>
              <p:nvPr/>
            </p:nvSpPr>
            <p:spPr>
              <a:xfrm>
                <a:off x="10213508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5" name="Hình tự do: Hình 94">
                <a:extLst>
                  <a:ext uri="{FF2B5EF4-FFF2-40B4-BE49-F238E27FC236}">
                    <a16:creationId xmlns:a16="http://schemas.microsoft.com/office/drawing/2014/main" id="{725FFFD5-1716-4CE7-A0B5-58C7F8E98164}"/>
                  </a:ext>
                </a:extLst>
              </p:cNvPr>
              <p:cNvSpPr/>
              <p:nvPr/>
            </p:nvSpPr>
            <p:spPr>
              <a:xfrm>
                <a:off x="10397896" y="2215386"/>
                <a:ext cx="64472" cy="51156"/>
              </a:xfrm>
              <a:custGeom>
                <a:avLst/>
                <a:gdLst>
                  <a:gd name="connsiteX0" fmla="*/ 64472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62 w 64472"/>
                  <a:gd name="connsiteY3" fmla="*/ 0 h 51156"/>
                  <a:gd name="connsiteX4" fmla="*/ 33062 w 64472"/>
                  <a:gd name="connsiteY4" fmla="*/ 17638 h 51156"/>
                  <a:gd name="connsiteX5" fmla="*/ 41846 w 64472"/>
                  <a:gd name="connsiteY5" fmla="*/ 26421 h 51156"/>
                  <a:gd name="connsiteX6" fmla="*/ 50629 w 64472"/>
                  <a:gd name="connsiteY6" fmla="*/ 17638 h 51156"/>
                  <a:gd name="connsiteX7" fmla="*/ 50629 w 64472"/>
                  <a:gd name="connsiteY7" fmla="*/ 0 h 51156"/>
                  <a:gd name="connsiteX8" fmla="*/ 64472 w 64472"/>
                  <a:gd name="connsiteY8" fmla="*/ 0 h 51156"/>
                  <a:gd name="connsiteX9" fmla="*/ 64472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2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62" y="0"/>
                    </a:lnTo>
                    <a:lnTo>
                      <a:pt x="33062" y="17638"/>
                    </a:lnTo>
                    <a:cubicBezTo>
                      <a:pt x="33062" y="22486"/>
                      <a:pt x="36997" y="26421"/>
                      <a:pt x="41846" y="26421"/>
                    </a:cubicBezTo>
                    <a:cubicBezTo>
                      <a:pt x="46694" y="26421"/>
                      <a:pt x="50629" y="22486"/>
                      <a:pt x="50629" y="17638"/>
                    </a:cubicBezTo>
                    <a:lnTo>
                      <a:pt x="50629" y="0"/>
                    </a:lnTo>
                    <a:lnTo>
                      <a:pt x="64472" y="0"/>
                    </a:lnTo>
                    <a:lnTo>
                      <a:pt x="64472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6" name="Hình tự do: Hình 95">
                <a:extLst>
                  <a:ext uri="{FF2B5EF4-FFF2-40B4-BE49-F238E27FC236}">
                    <a16:creationId xmlns:a16="http://schemas.microsoft.com/office/drawing/2014/main" id="{3E8D14C4-BBD0-4C87-B659-222E24CE7ECB}"/>
                  </a:ext>
                </a:extLst>
              </p:cNvPr>
              <p:cNvSpPr/>
              <p:nvPr/>
            </p:nvSpPr>
            <p:spPr>
              <a:xfrm>
                <a:off x="10175738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7" name="Hình tự do: Hình 96">
                <a:extLst>
                  <a:ext uri="{FF2B5EF4-FFF2-40B4-BE49-F238E27FC236}">
                    <a16:creationId xmlns:a16="http://schemas.microsoft.com/office/drawing/2014/main" id="{29E9D212-19B6-4FE1-98BE-C32C7712DB83}"/>
                  </a:ext>
                </a:extLst>
              </p:cNvPr>
              <p:cNvSpPr/>
              <p:nvPr/>
            </p:nvSpPr>
            <p:spPr>
              <a:xfrm>
                <a:off x="10175738" y="2215386"/>
                <a:ext cx="37770" cy="51156"/>
              </a:xfrm>
              <a:custGeom>
                <a:avLst/>
                <a:gdLst>
                  <a:gd name="connsiteX0" fmla="*/ 0 w 37770"/>
                  <a:gd name="connsiteY0" fmla="*/ 51156 h 51156"/>
                  <a:gd name="connsiteX1" fmla="*/ 37770 w 37770"/>
                  <a:gd name="connsiteY1" fmla="*/ 51156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6"/>
                    </a:moveTo>
                    <a:lnTo>
                      <a:pt x="37770" y="51156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8" name="Hình tự do: Hình 97">
                <a:extLst>
                  <a:ext uri="{FF2B5EF4-FFF2-40B4-BE49-F238E27FC236}">
                    <a16:creationId xmlns:a16="http://schemas.microsoft.com/office/drawing/2014/main" id="{6E3C4467-30FF-402A-A890-2701E9B5CCFC}"/>
                  </a:ext>
                </a:extLst>
              </p:cNvPr>
              <p:cNvSpPr/>
              <p:nvPr/>
            </p:nvSpPr>
            <p:spPr>
              <a:xfrm>
                <a:off x="10126725" y="2140794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9" name="Hình tự do: Hình 98">
                <a:extLst>
                  <a:ext uri="{FF2B5EF4-FFF2-40B4-BE49-F238E27FC236}">
                    <a16:creationId xmlns:a16="http://schemas.microsoft.com/office/drawing/2014/main" id="{CDA1A2E5-6A74-49AF-AA38-219AE3D1124E}"/>
                  </a:ext>
                </a:extLst>
              </p:cNvPr>
              <p:cNvSpPr/>
              <p:nvPr/>
            </p:nvSpPr>
            <p:spPr>
              <a:xfrm>
                <a:off x="10076166" y="2140794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0 w 32991"/>
                  <a:gd name="connsiteY1" fmla="*/ 74591 h 74591"/>
                  <a:gd name="connsiteX2" fmla="*/ 0 w 32991"/>
                  <a:gd name="connsiteY2" fmla="*/ 71535 h 74591"/>
                  <a:gd name="connsiteX3" fmla="*/ 1546 w 32991"/>
                  <a:gd name="connsiteY3" fmla="*/ 71640 h 74591"/>
                  <a:gd name="connsiteX4" fmla="*/ 10330 w 32991"/>
                  <a:gd name="connsiteY4" fmla="*/ 62856 h 74591"/>
                  <a:gd name="connsiteX5" fmla="*/ 10330 w 32991"/>
                  <a:gd name="connsiteY5" fmla="*/ 0 h 74591"/>
                  <a:gd name="connsiteX6" fmla="*/ 32992 w 32991"/>
                  <a:gd name="connsiteY6" fmla="*/ 0 h 74591"/>
                  <a:gd name="connsiteX7" fmla="*/ 32992 w 3299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492" y="71605"/>
                      <a:pt x="1019" y="71640"/>
                      <a:pt x="1546" y="71640"/>
                    </a:cubicBezTo>
                    <a:cubicBezTo>
                      <a:pt x="6395" y="71640"/>
                      <a:pt x="10330" y="67740"/>
                      <a:pt x="10330" y="62856"/>
                    </a:cubicBezTo>
                    <a:lnTo>
                      <a:pt x="10330" y="0"/>
                    </a:lnTo>
                    <a:lnTo>
                      <a:pt x="32992" y="0"/>
                    </a:lnTo>
                    <a:lnTo>
                      <a:pt x="3299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0" name="Hình tự do: Hình 99">
                <a:extLst>
                  <a:ext uri="{FF2B5EF4-FFF2-40B4-BE49-F238E27FC236}">
                    <a16:creationId xmlns:a16="http://schemas.microsoft.com/office/drawing/2014/main" id="{84C683E8-C8A7-4945-8C22-C0EA82EF0A76}"/>
                  </a:ext>
                </a:extLst>
              </p:cNvPr>
              <p:cNvSpPr/>
              <p:nvPr/>
            </p:nvSpPr>
            <p:spPr>
              <a:xfrm>
                <a:off x="10076166" y="2140794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32992 w 32991"/>
                  <a:gd name="connsiteY1" fmla="*/ 0 h 74591"/>
                  <a:gd name="connsiteX2" fmla="*/ 32992 w 32991"/>
                  <a:gd name="connsiteY2" fmla="*/ 74591 h 74591"/>
                  <a:gd name="connsiteX3" fmla="*/ 1546 w 32991"/>
                  <a:gd name="connsiteY3" fmla="*/ 71640 h 74591"/>
                  <a:gd name="connsiteX4" fmla="*/ 0 w 32991"/>
                  <a:gd name="connsiteY4" fmla="*/ 71535 h 74591"/>
                  <a:gd name="connsiteX5" fmla="*/ 0 w 32991"/>
                  <a:gd name="connsiteY5" fmla="*/ 71500 h 74591"/>
                  <a:gd name="connsiteX6" fmla="*/ 1546 w 32991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32992" y="0"/>
                    </a:lnTo>
                    <a:lnTo>
                      <a:pt x="32992" y="74591"/>
                    </a:lnTo>
                    <a:moveTo>
                      <a:pt x="1546" y="71640"/>
                    </a:moveTo>
                    <a:cubicBezTo>
                      <a:pt x="1019" y="71640"/>
                      <a:pt x="492" y="71605"/>
                      <a:pt x="0" y="71535"/>
                    </a:cubicBezTo>
                    <a:lnTo>
                      <a:pt x="0" y="71500"/>
                    </a:lnTo>
                    <a:cubicBezTo>
                      <a:pt x="492" y="71605"/>
                      <a:pt x="1019" y="71640"/>
                      <a:pt x="154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1" name="Hình tự do: Hình 100">
                <a:extLst>
                  <a:ext uri="{FF2B5EF4-FFF2-40B4-BE49-F238E27FC236}">
                    <a16:creationId xmlns:a16="http://schemas.microsoft.com/office/drawing/2014/main" id="{17BC6139-EFDB-4C5A-B75D-42EDCFCED83E}"/>
                  </a:ext>
                </a:extLst>
              </p:cNvPr>
              <p:cNvSpPr/>
              <p:nvPr/>
            </p:nvSpPr>
            <p:spPr>
              <a:xfrm>
                <a:off x="9891742" y="2215386"/>
                <a:ext cx="184423" cy="51156"/>
              </a:xfrm>
              <a:custGeom>
                <a:avLst/>
                <a:gdLst>
                  <a:gd name="connsiteX0" fmla="*/ 0 w 184423"/>
                  <a:gd name="connsiteY0" fmla="*/ 51156 h 51156"/>
                  <a:gd name="connsiteX1" fmla="*/ 184423 w 184423"/>
                  <a:gd name="connsiteY1" fmla="*/ 51156 h 51156"/>
                  <a:gd name="connsiteX2" fmla="*/ 184423 w 184423"/>
                  <a:gd name="connsiteY2" fmla="*/ 0 h 51156"/>
                  <a:gd name="connsiteX3" fmla="*/ 0 w 184423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23" h="51156">
                    <a:moveTo>
                      <a:pt x="0" y="51156"/>
                    </a:moveTo>
                    <a:lnTo>
                      <a:pt x="184423" y="51156"/>
                    </a:lnTo>
                    <a:lnTo>
                      <a:pt x="1844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2" name="Hình tự do: Hình 101">
                <a:extLst>
                  <a:ext uri="{FF2B5EF4-FFF2-40B4-BE49-F238E27FC236}">
                    <a16:creationId xmlns:a16="http://schemas.microsoft.com/office/drawing/2014/main" id="{C5766DFF-B1E1-49BF-9FD7-F87DA788D31E}"/>
                  </a:ext>
                </a:extLst>
              </p:cNvPr>
              <p:cNvSpPr/>
              <p:nvPr/>
            </p:nvSpPr>
            <p:spPr>
              <a:xfrm>
                <a:off x="10076166" y="2215386"/>
                <a:ext cx="64437" cy="51156"/>
              </a:xfrm>
              <a:custGeom>
                <a:avLst/>
                <a:gdLst>
                  <a:gd name="connsiteX0" fmla="*/ 64437 w 64437"/>
                  <a:gd name="connsiteY0" fmla="*/ 51156 h 51156"/>
                  <a:gd name="connsiteX1" fmla="*/ 0 w 64437"/>
                  <a:gd name="connsiteY1" fmla="*/ 51156 h 51156"/>
                  <a:gd name="connsiteX2" fmla="*/ 0 w 64437"/>
                  <a:gd name="connsiteY2" fmla="*/ 0 h 51156"/>
                  <a:gd name="connsiteX3" fmla="*/ 32992 w 64437"/>
                  <a:gd name="connsiteY3" fmla="*/ 0 h 51156"/>
                  <a:gd name="connsiteX4" fmla="*/ 32992 w 64437"/>
                  <a:gd name="connsiteY4" fmla="*/ 17638 h 51156"/>
                  <a:gd name="connsiteX5" fmla="*/ 41775 w 64437"/>
                  <a:gd name="connsiteY5" fmla="*/ 26421 h 51156"/>
                  <a:gd name="connsiteX6" fmla="*/ 50559 w 64437"/>
                  <a:gd name="connsiteY6" fmla="*/ 17638 h 51156"/>
                  <a:gd name="connsiteX7" fmla="*/ 50559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2992" y="0"/>
                    </a:lnTo>
                    <a:lnTo>
                      <a:pt x="32992" y="17638"/>
                    </a:lnTo>
                    <a:cubicBezTo>
                      <a:pt x="32992" y="22486"/>
                      <a:pt x="36927" y="26421"/>
                      <a:pt x="41775" y="26421"/>
                    </a:cubicBezTo>
                    <a:cubicBezTo>
                      <a:pt x="46624" y="26421"/>
                      <a:pt x="50559" y="22486"/>
                      <a:pt x="50559" y="17638"/>
                    </a:cubicBezTo>
                    <a:lnTo>
                      <a:pt x="50559" y="0"/>
                    </a:lnTo>
                    <a:lnTo>
                      <a:pt x="64437" y="0"/>
                    </a:lnTo>
                    <a:lnTo>
                      <a:pt x="64437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3" name="Hình tự do: Hình 102">
                <a:extLst>
                  <a:ext uri="{FF2B5EF4-FFF2-40B4-BE49-F238E27FC236}">
                    <a16:creationId xmlns:a16="http://schemas.microsoft.com/office/drawing/2014/main" id="{10B1BF6F-7FC1-4CDC-A207-2848A9B259FA}"/>
                  </a:ext>
                </a:extLst>
              </p:cNvPr>
              <p:cNvSpPr/>
              <p:nvPr/>
            </p:nvSpPr>
            <p:spPr>
              <a:xfrm>
                <a:off x="9853972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4" name="Hình tự do: Hình 103">
                <a:extLst>
                  <a:ext uri="{FF2B5EF4-FFF2-40B4-BE49-F238E27FC236}">
                    <a16:creationId xmlns:a16="http://schemas.microsoft.com/office/drawing/2014/main" id="{43EAB13E-3783-426C-B7E6-F4D517BF68BD}"/>
                  </a:ext>
                </a:extLst>
              </p:cNvPr>
              <p:cNvSpPr/>
              <p:nvPr/>
            </p:nvSpPr>
            <p:spPr>
              <a:xfrm>
                <a:off x="9853972" y="2215386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5" name="Hình tự do: Hình 104">
                <a:extLst>
                  <a:ext uri="{FF2B5EF4-FFF2-40B4-BE49-F238E27FC236}">
                    <a16:creationId xmlns:a16="http://schemas.microsoft.com/office/drawing/2014/main" id="{85053A0C-FC70-44A8-96EE-74122DCFA220}"/>
                  </a:ext>
                </a:extLst>
              </p:cNvPr>
              <p:cNvSpPr/>
              <p:nvPr/>
            </p:nvSpPr>
            <p:spPr>
              <a:xfrm>
                <a:off x="9754365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35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40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6" name="Hình tự do: Hình 105">
                <a:extLst>
                  <a:ext uri="{FF2B5EF4-FFF2-40B4-BE49-F238E27FC236}">
                    <a16:creationId xmlns:a16="http://schemas.microsoft.com/office/drawing/2014/main" id="{3FB2A540-E721-471D-821D-5DE567A9C970}"/>
                  </a:ext>
                </a:extLst>
              </p:cNvPr>
              <p:cNvSpPr/>
              <p:nvPr/>
            </p:nvSpPr>
            <p:spPr>
              <a:xfrm>
                <a:off x="9754365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35 h 74591"/>
                  <a:gd name="connsiteX5" fmla="*/ 0 w 33026"/>
                  <a:gd name="connsiteY5" fmla="*/ 71500 h 74591"/>
                  <a:gd name="connsiteX6" fmla="*/ 1581 w 33026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7" name="Hình tự do: Hình 106">
                <a:extLst>
                  <a:ext uri="{FF2B5EF4-FFF2-40B4-BE49-F238E27FC236}">
                    <a16:creationId xmlns:a16="http://schemas.microsoft.com/office/drawing/2014/main" id="{D3B0305C-85EF-4ABC-B306-08E12B4995D1}"/>
                  </a:ext>
                </a:extLst>
              </p:cNvPr>
              <p:cNvSpPr/>
              <p:nvPr/>
            </p:nvSpPr>
            <p:spPr>
              <a:xfrm>
                <a:off x="9804959" y="2140794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8" name="Hình tự do: Hình 107">
                <a:extLst>
                  <a:ext uri="{FF2B5EF4-FFF2-40B4-BE49-F238E27FC236}">
                    <a16:creationId xmlns:a16="http://schemas.microsoft.com/office/drawing/2014/main" id="{EB52E922-1485-49F5-9F16-2289CF95A604}"/>
                  </a:ext>
                </a:extLst>
              </p:cNvPr>
              <p:cNvSpPr/>
              <p:nvPr/>
            </p:nvSpPr>
            <p:spPr>
              <a:xfrm>
                <a:off x="9569977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9" name="Hình tự do: Hình 108">
                <a:extLst>
                  <a:ext uri="{FF2B5EF4-FFF2-40B4-BE49-F238E27FC236}">
                    <a16:creationId xmlns:a16="http://schemas.microsoft.com/office/drawing/2014/main" id="{AED95104-9D33-4239-934E-2E8D5E98553D}"/>
                  </a:ext>
                </a:extLst>
              </p:cNvPr>
              <p:cNvSpPr/>
              <p:nvPr/>
            </p:nvSpPr>
            <p:spPr>
              <a:xfrm>
                <a:off x="9754365" y="2215386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1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1"/>
                      <a:pt x="41811" y="26421"/>
                    </a:cubicBezTo>
                    <a:cubicBezTo>
                      <a:pt x="46659" y="26421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0" name="Hình tự do: Hình 109">
                <a:extLst>
                  <a:ext uri="{FF2B5EF4-FFF2-40B4-BE49-F238E27FC236}">
                    <a16:creationId xmlns:a16="http://schemas.microsoft.com/office/drawing/2014/main" id="{4A89937E-F49D-4BFF-9C2E-21934C30AE85}"/>
                  </a:ext>
                </a:extLst>
              </p:cNvPr>
              <p:cNvSpPr/>
              <p:nvPr/>
            </p:nvSpPr>
            <p:spPr>
              <a:xfrm>
                <a:off x="9532207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1" name="Hình tự do: Hình 110">
                <a:extLst>
                  <a:ext uri="{FF2B5EF4-FFF2-40B4-BE49-F238E27FC236}">
                    <a16:creationId xmlns:a16="http://schemas.microsoft.com/office/drawing/2014/main" id="{F644B518-D050-4E6E-984D-2C7735D470D3}"/>
                  </a:ext>
                </a:extLst>
              </p:cNvPr>
              <p:cNvSpPr/>
              <p:nvPr/>
            </p:nvSpPr>
            <p:spPr>
              <a:xfrm>
                <a:off x="9532207" y="2215386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2" name="Hình tự do: Hình 111">
                <a:extLst>
                  <a:ext uri="{FF2B5EF4-FFF2-40B4-BE49-F238E27FC236}">
                    <a16:creationId xmlns:a16="http://schemas.microsoft.com/office/drawing/2014/main" id="{8D94CD2A-EEA8-4900-A53A-7A45ADA5CAE3}"/>
                  </a:ext>
                </a:extLst>
              </p:cNvPr>
              <p:cNvSpPr/>
              <p:nvPr/>
            </p:nvSpPr>
            <p:spPr>
              <a:xfrm>
                <a:off x="9432599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35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40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3" name="Hình tự do: Hình 112">
                <a:extLst>
                  <a:ext uri="{FF2B5EF4-FFF2-40B4-BE49-F238E27FC236}">
                    <a16:creationId xmlns:a16="http://schemas.microsoft.com/office/drawing/2014/main" id="{8E115CD2-AB65-46A5-8C54-99622CCC25F3}"/>
                  </a:ext>
                </a:extLst>
              </p:cNvPr>
              <p:cNvSpPr/>
              <p:nvPr/>
            </p:nvSpPr>
            <p:spPr>
              <a:xfrm>
                <a:off x="9432599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35 h 74591"/>
                  <a:gd name="connsiteX5" fmla="*/ 0 w 33026"/>
                  <a:gd name="connsiteY5" fmla="*/ 71500 h 74591"/>
                  <a:gd name="connsiteX6" fmla="*/ 1581 w 33026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4" name="Hình tự do: Hình 113">
                <a:extLst>
                  <a:ext uri="{FF2B5EF4-FFF2-40B4-BE49-F238E27FC236}">
                    <a16:creationId xmlns:a16="http://schemas.microsoft.com/office/drawing/2014/main" id="{B1C970A0-7CB3-458E-81BF-1658B795F2CE}"/>
                  </a:ext>
                </a:extLst>
              </p:cNvPr>
              <p:cNvSpPr/>
              <p:nvPr/>
            </p:nvSpPr>
            <p:spPr>
              <a:xfrm>
                <a:off x="9483194" y="2140794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5" name="Hình tự do: Hình 114">
                <a:extLst>
                  <a:ext uri="{FF2B5EF4-FFF2-40B4-BE49-F238E27FC236}">
                    <a16:creationId xmlns:a16="http://schemas.microsoft.com/office/drawing/2014/main" id="{3B23C101-C825-48A5-858D-14B6993C7867}"/>
                  </a:ext>
                </a:extLst>
              </p:cNvPr>
              <p:cNvSpPr/>
              <p:nvPr/>
            </p:nvSpPr>
            <p:spPr>
              <a:xfrm>
                <a:off x="9248211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6" name="Hình tự do: Hình 115">
                <a:extLst>
                  <a:ext uri="{FF2B5EF4-FFF2-40B4-BE49-F238E27FC236}">
                    <a16:creationId xmlns:a16="http://schemas.microsoft.com/office/drawing/2014/main" id="{56B624CD-38C1-451F-91C5-6F9C489997EB}"/>
                  </a:ext>
                </a:extLst>
              </p:cNvPr>
              <p:cNvSpPr/>
              <p:nvPr/>
            </p:nvSpPr>
            <p:spPr>
              <a:xfrm>
                <a:off x="9432599" y="2215386"/>
                <a:ext cx="64437" cy="51156"/>
              </a:xfrm>
              <a:custGeom>
                <a:avLst/>
                <a:gdLst>
                  <a:gd name="connsiteX0" fmla="*/ 64437 w 64437"/>
                  <a:gd name="connsiteY0" fmla="*/ 51156 h 51156"/>
                  <a:gd name="connsiteX1" fmla="*/ 0 w 64437"/>
                  <a:gd name="connsiteY1" fmla="*/ 51156 h 51156"/>
                  <a:gd name="connsiteX2" fmla="*/ 0 w 64437"/>
                  <a:gd name="connsiteY2" fmla="*/ 0 h 51156"/>
                  <a:gd name="connsiteX3" fmla="*/ 33027 w 64437"/>
                  <a:gd name="connsiteY3" fmla="*/ 0 h 51156"/>
                  <a:gd name="connsiteX4" fmla="*/ 33027 w 64437"/>
                  <a:gd name="connsiteY4" fmla="*/ 17638 h 51156"/>
                  <a:gd name="connsiteX5" fmla="*/ 41811 w 64437"/>
                  <a:gd name="connsiteY5" fmla="*/ 26421 h 51156"/>
                  <a:gd name="connsiteX6" fmla="*/ 50594 w 64437"/>
                  <a:gd name="connsiteY6" fmla="*/ 17638 h 51156"/>
                  <a:gd name="connsiteX7" fmla="*/ 50594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1"/>
                      <a:pt x="41811" y="26421"/>
                    </a:cubicBezTo>
                    <a:cubicBezTo>
                      <a:pt x="46659" y="26421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37" y="0"/>
                    </a:lnTo>
                    <a:lnTo>
                      <a:pt x="64437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7" name="Hình tự do: Hình 116">
                <a:extLst>
                  <a:ext uri="{FF2B5EF4-FFF2-40B4-BE49-F238E27FC236}">
                    <a16:creationId xmlns:a16="http://schemas.microsoft.com/office/drawing/2014/main" id="{FA48E9A7-5640-4339-8FB6-AC3DEAAEA16A}"/>
                  </a:ext>
                </a:extLst>
              </p:cNvPr>
              <p:cNvSpPr/>
              <p:nvPr/>
            </p:nvSpPr>
            <p:spPr>
              <a:xfrm>
                <a:off x="9210441" y="2140794"/>
                <a:ext cx="37769" cy="74591"/>
              </a:xfrm>
              <a:custGeom>
                <a:avLst/>
                <a:gdLst>
                  <a:gd name="connsiteX0" fmla="*/ 0 w 37769"/>
                  <a:gd name="connsiteY0" fmla="*/ 74591 h 74591"/>
                  <a:gd name="connsiteX1" fmla="*/ 37770 w 37769"/>
                  <a:gd name="connsiteY1" fmla="*/ 74591 h 74591"/>
                  <a:gd name="connsiteX2" fmla="*/ 37770 w 37769"/>
                  <a:gd name="connsiteY2" fmla="*/ 0 h 74591"/>
                  <a:gd name="connsiteX3" fmla="*/ 0 w 37769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69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8" name="Hình tự do: Hình 117">
                <a:extLst>
                  <a:ext uri="{FF2B5EF4-FFF2-40B4-BE49-F238E27FC236}">
                    <a16:creationId xmlns:a16="http://schemas.microsoft.com/office/drawing/2014/main" id="{EC68D7BD-D475-432C-953F-BA5DC77979CB}"/>
                  </a:ext>
                </a:extLst>
              </p:cNvPr>
              <p:cNvSpPr/>
              <p:nvPr/>
            </p:nvSpPr>
            <p:spPr>
              <a:xfrm>
                <a:off x="9210441" y="2215386"/>
                <a:ext cx="37769" cy="51156"/>
              </a:xfrm>
              <a:custGeom>
                <a:avLst/>
                <a:gdLst>
                  <a:gd name="connsiteX0" fmla="*/ 37770 w 37769"/>
                  <a:gd name="connsiteY0" fmla="*/ 51156 h 51156"/>
                  <a:gd name="connsiteX1" fmla="*/ 0 w 37769"/>
                  <a:gd name="connsiteY1" fmla="*/ 51156 h 51156"/>
                  <a:gd name="connsiteX2" fmla="*/ 0 w 37769"/>
                  <a:gd name="connsiteY2" fmla="*/ 0 h 51156"/>
                  <a:gd name="connsiteX3" fmla="*/ 37770 w 37769"/>
                  <a:gd name="connsiteY3" fmla="*/ 0 h 51156"/>
                  <a:gd name="connsiteX4" fmla="*/ 37770 w 37769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9" name="Hình tự do: Hình 118">
                <a:extLst>
                  <a:ext uri="{FF2B5EF4-FFF2-40B4-BE49-F238E27FC236}">
                    <a16:creationId xmlns:a16="http://schemas.microsoft.com/office/drawing/2014/main" id="{F779E828-6E08-49C7-847B-F66FB1A40A9C}"/>
                  </a:ext>
                </a:extLst>
              </p:cNvPr>
              <p:cNvSpPr/>
              <p:nvPr/>
            </p:nvSpPr>
            <p:spPr>
              <a:xfrm>
                <a:off x="9644076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0" name="Hình tự do: Hình 119">
                <a:extLst>
                  <a:ext uri="{FF2B5EF4-FFF2-40B4-BE49-F238E27FC236}">
                    <a16:creationId xmlns:a16="http://schemas.microsoft.com/office/drawing/2014/main" id="{0957ED5D-1A30-40AE-9524-4BCF77C16FB4}"/>
                  </a:ext>
                </a:extLst>
              </p:cNvPr>
              <p:cNvSpPr/>
              <p:nvPr/>
            </p:nvSpPr>
            <p:spPr>
              <a:xfrm>
                <a:off x="9593482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581 w 33026"/>
                  <a:gd name="connsiteY3" fmla="*/ 71675 h 74591"/>
                  <a:gd name="connsiteX4" fmla="*/ 10365 w 33026"/>
                  <a:gd name="connsiteY4" fmla="*/ 62891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581" y="71675"/>
                    </a:cubicBezTo>
                    <a:cubicBezTo>
                      <a:pt x="6430" y="71675"/>
                      <a:pt x="10365" y="67705"/>
                      <a:pt x="10365" y="62891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1" name="Hình tự do: Hình 120">
                <a:extLst>
                  <a:ext uri="{FF2B5EF4-FFF2-40B4-BE49-F238E27FC236}">
                    <a16:creationId xmlns:a16="http://schemas.microsoft.com/office/drawing/2014/main" id="{E4EE78C2-14D5-499E-8442-309143DA1C8A}"/>
                  </a:ext>
                </a:extLst>
              </p:cNvPr>
              <p:cNvSpPr/>
              <p:nvPr/>
            </p:nvSpPr>
            <p:spPr>
              <a:xfrm>
                <a:off x="9593482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75 h 74591"/>
                  <a:gd name="connsiteX4" fmla="*/ 0 w 33026"/>
                  <a:gd name="connsiteY4" fmla="*/ 71499 h 74591"/>
                  <a:gd name="connsiteX5" fmla="*/ 1581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581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2" name="Hình tự do: Hình 121">
                <a:extLst>
                  <a:ext uri="{FF2B5EF4-FFF2-40B4-BE49-F238E27FC236}">
                    <a16:creationId xmlns:a16="http://schemas.microsoft.com/office/drawing/2014/main" id="{82BB96C8-62EA-4CD0-B98F-E10006210F24}"/>
                  </a:ext>
                </a:extLst>
              </p:cNvPr>
              <p:cNvSpPr/>
              <p:nvPr/>
            </p:nvSpPr>
            <p:spPr>
              <a:xfrm>
                <a:off x="9409094" y="2054503"/>
                <a:ext cx="184387" cy="51156"/>
              </a:xfrm>
              <a:custGeom>
                <a:avLst/>
                <a:gdLst>
                  <a:gd name="connsiteX0" fmla="*/ 184388 w 184387"/>
                  <a:gd name="connsiteY0" fmla="*/ 51156 h 51156"/>
                  <a:gd name="connsiteX1" fmla="*/ 0 w 184387"/>
                  <a:gd name="connsiteY1" fmla="*/ 51156 h 51156"/>
                  <a:gd name="connsiteX2" fmla="*/ 0 w 184387"/>
                  <a:gd name="connsiteY2" fmla="*/ 0 h 51156"/>
                  <a:gd name="connsiteX3" fmla="*/ 184388 w 184387"/>
                  <a:gd name="connsiteY3" fmla="*/ 0 h 51156"/>
                  <a:gd name="connsiteX4" fmla="*/ 184388 w 184387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1156">
                    <a:moveTo>
                      <a:pt x="184388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3" name="Hình tự do: Hình 122">
                <a:extLst>
                  <a:ext uri="{FF2B5EF4-FFF2-40B4-BE49-F238E27FC236}">
                    <a16:creationId xmlns:a16="http://schemas.microsoft.com/office/drawing/2014/main" id="{5C62E850-7BFA-4337-8990-C8CA14EBE057}"/>
                  </a:ext>
                </a:extLst>
              </p:cNvPr>
              <p:cNvSpPr/>
              <p:nvPr/>
            </p:nvSpPr>
            <p:spPr>
              <a:xfrm>
                <a:off x="9371324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4" name="Hình tự do: Hình 123">
                <a:extLst>
                  <a:ext uri="{FF2B5EF4-FFF2-40B4-BE49-F238E27FC236}">
                    <a16:creationId xmlns:a16="http://schemas.microsoft.com/office/drawing/2014/main" id="{C51E38FE-E9FE-48D6-9FB8-3489C8AB615E}"/>
                  </a:ext>
                </a:extLst>
              </p:cNvPr>
              <p:cNvSpPr/>
              <p:nvPr/>
            </p:nvSpPr>
            <p:spPr>
              <a:xfrm>
                <a:off x="9593482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59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5" name="Hình tự do: Hình 124">
                <a:extLst>
                  <a:ext uri="{FF2B5EF4-FFF2-40B4-BE49-F238E27FC236}">
                    <a16:creationId xmlns:a16="http://schemas.microsoft.com/office/drawing/2014/main" id="{4C20E6AC-38F5-454F-B2F4-2ED8BDA68FAB}"/>
                  </a:ext>
                </a:extLst>
              </p:cNvPr>
              <p:cNvSpPr/>
              <p:nvPr/>
            </p:nvSpPr>
            <p:spPr>
              <a:xfrm>
                <a:off x="9371324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6" name="Hình tự do: Hình 125">
                <a:extLst>
                  <a:ext uri="{FF2B5EF4-FFF2-40B4-BE49-F238E27FC236}">
                    <a16:creationId xmlns:a16="http://schemas.microsoft.com/office/drawing/2014/main" id="{EB308C50-3573-45EE-8706-75BC4CE83962}"/>
                  </a:ext>
                </a:extLst>
              </p:cNvPr>
              <p:cNvSpPr/>
              <p:nvPr/>
            </p:nvSpPr>
            <p:spPr>
              <a:xfrm>
                <a:off x="9371324" y="2054503"/>
                <a:ext cx="37770" cy="51156"/>
              </a:xfrm>
              <a:custGeom>
                <a:avLst/>
                <a:gdLst>
                  <a:gd name="connsiteX0" fmla="*/ 0 w 37770"/>
                  <a:gd name="connsiteY0" fmla="*/ 51156 h 51156"/>
                  <a:gd name="connsiteX1" fmla="*/ 37770 w 37770"/>
                  <a:gd name="connsiteY1" fmla="*/ 51156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6"/>
                    </a:moveTo>
                    <a:lnTo>
                      <a:pt x="37770" y="51156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7" name="Hình tự do: Hình 126">
                <a:extLst>
                  <a:ext uri="{FF2B5EF4-FFF2-40B4-BE49-F238E27FC236}">
                    <a16:creationId xmlns:a16="http://schemas.microsoft.com/office/drawing/2014/main" id="{8CB82BE5-CF7D-4E32-A6D3-6C61D85A6CE0}"/>
                  </a:ext>
                </a:extLst>
              </p:cNvPr>
              <p:cNvSpPr/>
              <p:nvPr/>
            </p:nvSpPr>
            <p:spPr>
              <a:xfrm>
                <a:off x="9965842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8" name="Hình tự do: Hình 127">
                <a:extLst>
                  <a:ext uri="{FF2B5EF4-FFF2-40B4-BE49-F238E27FC236}">
                    <a16:creationId xmlns:a16="http://schemas.microsoft.com/office/drawing/2014/main" id="{61363A92-7502-4D01-8C5C-1B0EC2A2E37B}"/>
                  </a:ext>
                </a:extLst>
              </p:cNvPr>
              <p:cNvSpPr/>
              <p:nvPr/>
            </p:nvSpPr>
            <p:spPr>
              <a:xfrm>
                <a:off x="9915248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616 w 33026"/>
                  <a:gd name="connsiteY3" fmla="*/ 71675 h 74591"/>
                  <a:gd name="connsiteX4" fmla="*/ 10400 w 33026"/>
                  <a:gd name="connsiteY4" fmla="*/ 62891 h 74591"/>
                  <a:gd name="connsiteX5" fmla="*/ 10400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616" y="71675"/>
                    </a:cubicBezTo>
                    <a:cubicBezTo>
                      <a:pt x="6430" y="71675"/>
                      <a:pt x="10400" y="67705"/>
                      <a:pt x="10400" y="62891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9" name="Hình tự do: Hình 128">
                <a:extLst>
                  <a:ext uri="{FF2B5EF4-FFF2-40B4-BE49-F238E27FC236}">
                    <a16:creationId xmlns:a16="http://schemas.microsoft.com/office/drawing/2014/main" id="{313C914D-88A5-48B6-BAA6-B5C140BE214F}"/>
                  </a:ext>
                </a:extLst>
              </p:cNvPr>
              <p:cNvSpPr/>
              <p:nvPr/>
            </p:nvSpPr>
            <p:spPr>
              <a:xfrm>
                <a:off x="9915248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616 w 33026"/>
                  <a:gd name="connsiteY3" fmla="*/ 71675 h 74591"/>
                  <a:gd name="connsiteX4" fmla="*/ 0 w 33026"/>
                  <a:gd name="connsiteY4" fmla="*/ 71499 h 74591"/>
                  <a:gd name="connsiteX5" fmla="*/ 1616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616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616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0" name="Hình tự do: Hình 129">
                <a:extLst>
                  <a:ext uri="{FF2B5EF4-FFF2-40B4-BE49-F238E27FC236}">
                    <a16:creationId xmlns:a16="http://schemas.microsoft.com/office/drawing/2014/main" id="{CD6924FE-4D75-4B9B-89EE-20C87FEEA206}"/>
                  </a:ext>
                </a:extLst>
              </p:cNvPr>
              <p:cNvSpPr/>
              <p:nvPr/>
            </p:nvSpPr>
            <p:spPr>
              <a:xfrm>
                <a:off x="9730860" y="2054503"/>
                <a:ext cx="184387" cy="51156"/>
              </a:xfrm>
              <a:custGeom>
                <a:avLst/>
                <a:gdLst>
                  <a:gd name="connsiteX0" fmla="*/ 105545 w 184387"/>
                  <a:gd name="connsiteY0" fmla="*/ 51156 h 51156"/>
                  <a:gd name="connsiteX1" fmla="*/ 0 w 184387"/>
                  <a:gd name="connsiteY1" fmla="*/ 51156 h 51156"/>
                  <a:gd name="connsiteX2" fmla="*/ 0 w 184387"/>
                  <a:gd name="connsiteY2" fmla="*/ 0 h 51156"/>
                  <a:gd name="connsiteX3" fmla="*/ 184388 w 184387"/>
                  <a:gd name="connsiteY3" fmla="*/ 0 h 51156"/>
                  <a:gd name="connsiteX4" fmla="*/ 184388 w 184387"/>
                  <a:gd name="connsiteY4" fmla="*/ 51156 h 51156"/>
                  <a:gd name="connsiteX5" fmla="*/ 105545 w 184387"/>
                  <a:gd name="connsiteY5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7" h="51156">
                    <a:moveTo>
                      <a:pt x="105545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  <a:lnTo>
                      <a:pt x="105545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1" name="Hình tự do: Hình 130">
                <a:extLst>
                  <a:ext uri="{FF2B5EF4-FFF2-40B4-BE49-F238E27FC236}">
                    <a16:creationId xmlns:a16="http://schemas.microsoft.com/office/drawing/2014/main" id="{BA8165DB-A1AE-4DC1-BF2C-6EE6F60F04E7}"/>
                  </a:ext>
                </a:extLst>
              </p:cNvPr>
              <p:cNvSpPr/>
              <p:nvPr/>
            </p:nvSpPr>
            <p:spPr>
              <a:xfrm>
                <a:off x="9693090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2" name="Hình tự do: Hình 131">
                <a:extLst>
                  <a:ext uri="{FF2B5EF4-FFF2-40B4-BE49-F238E27FC236}">
                    <a16:creationId xmlns:a16="http://schemas.microsoft.com/office/drawing/2014/main" id="{56CE6515-35C9-47B8-97BD-769ACEBCAFCE}"/>
                  </a:ext>
                </a:extLst>
              </p:cNvPr>
              <p:cNvSpPr/>
              <p:nvPr/>
            </p:nvSpPr>
            <p:spPr>
              <a:xfrm>
                <a:off x="9915248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59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3" name="Hình tự do: Hình 132">
                <a:extLst>
                  <a:ext uri="{FF2B5EF4-FFF2-40B4-BE49-F238E27FC236}">
                    <a16:creationId xmlns:a16="http://schemas.microsoft.com/office/drawing/2014/main" id="{50822DA2-6140-486B-B822-9F3A4C5D7480}"/>
                  </a:ext>
                </a:extLst>
              </p:cNvPr>
              <p:cNvSpPr/>
              <p:nvPr/>
            </p:nvSpPr>
            <p:spPr>
              <a:xfrm>
                <a:off x="9693090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4" name="Hình tự do: Hình 133">
                <a:extLst>
                  <a:ext uri="{FF2B5EF4-FFF2-40B4-BE49-F238E27FC236}">
                    <a16:creationId xmlns:a16="http://schemas.microsoft.com/office/drawing/2014/main" id="{1F007E5A-1866-4A98-B7B0-37E34E83476C}"/>
                  </a:ext>
                </a:extLst>
              </p:cNvPr>
              <p:cNvSpPr/>
              <p:nvPr/>
            </p:nvSpPr>
            <p:spPr>
              <a:xfrm>
                <a:off x="9693090" y="2054503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5" name="Hình tự do: Hình 134">
                <a:extLst>
                  <a:ext uri="{FF2B5EF4-FFF2-40B4-BE49-F238E27FC236}">
                    <a16:creationId xmlns:a16="http://schemas.microsoft.com/office/drawing/2014/main" id="{527903AE-810B-496E-B78C-FE2B8BC1B575}"/>
                  </a:ext>
                </a:extLst>
              </p:cNvPr>
              <p:cNvSpPr/>
              <p:nvPr/>
            </p:nvSpPr>
            <p:spPr>
              <a:xfrm>
                <a:off x="10287607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6" name="Hình tự do: Hình 135">
                <a:extLst>
                  <a:ext uri="{FF2B5EF4-FFF2-40B4-BE49-F238E27FC236}">
                    <a16:creationId xmlns:a16="http://schemas.microsoft.com/office/drawing/2014/main" id="{EA23F98E-6A1A-4589-8AF0-A340F9A0467E}"/>
                  </a:ext>
                </a:extLst>
              </p:cNvPr>
              <p:cNvSpPr/>
              <p:nvPr/>
            </p:nvSpPr>
            <p:spPr>
              <a:xfrm>
                <a:off x="10237013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616 w 33026"/>
                  <a:gd name="connsiteY3" fmla="*/ 71675 h 74591"/>
                  <a:gd name="connsiteX4" fmla="*/ 10400 w 33026"/>
                  <a:gd name="connsiteY4" fmla="*/ 62891 h 74591"/>
                  <a:gd name="connsiteX5" fmla="*/ 10400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616" y="71675"/>
                    </a:cubicBezTo>
                    <a:cubicBezTo>
                      <a:pt x="6465" y="71675"/>
                      <a:pt x="10400" y="67705"/>
                      <a:pt x="10400" y="62891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7" name="Hình tự do: Hình 136">
                <a:extLst>
                  <a:ext uri="{FF2B5EF4-FFF2-40B4-BE49-F238E27FC236}">
                    <a16:creationId xmlns:a16="http://schemas.microsoft.com/office/drawing/2014/main" id="{3CF4D1A4-134D-4017-A203-089A52607469}"/>
                  </a:ext>
                </a:extLst>
              </p:cNvPr>
              <p:cNvSpPr/>
              <p:nvPr/>
            </p:nvSpPr>
            <p:spPr>
              <a:xfrm>
                <a:off x="10237013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616 w 33026"/>
                  <a:gd name="connsiteY3" fmla="*/ 71675 h 74591"/>
                  <a:gd name="connsiteX4" fmla="*/ 0 w 33026"/>
                  <a:gd name="connsiteY4" fmla="*/ 71499 h 74591"/>
                  <a:gd name="connsiteX5" fmla="*/ 1616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616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616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8" name="Hình tự do: Hình 137">
                <a:extLst>
                  <a:ext uri="{FF2B5EF4-FFF2-40B4-BE49-F238E27FC236}">
                    <a16:creationId xmlns:a16="http://schemas.microsoft.com/office/drawing/2014/main" id="{59223C29-456E-4CAF-A006-A4CA9042687D}"/>
                  </a:ext>
                </a:extLst>
              </p:cNvPr>
              <p:cNvSpPr/>
              <p:nvPr/>
            </p:nvSpPr>
            <p:spPr>
              <a:xfrm>
                <a:off x="10052625" y="2054503"/>
                <a:ext cx="184388" cy="51156"/>
              </a:xfrm>
              <a:custGeom>
                <a:avLst/>
                <a:gdLst>
                  <a:gd name="connsiteX0" fmla="*/ 105545 w 184388"/>
                  <a:gd name="connsiteY0" fmla="*/ 51156 h 51156"/>
                  <a:gd name="connsiteX1" fmla="*/ 0 w 184388"/>
                  <a:gd name="connsiteY1" fmla="*/ 51156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6 h 51156"/>
                  <a:gd name="connsiteX5" fmla="*/ 105545 w 184388"/>
                  <a:gd name="connsiteY5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45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  <a:lnTo>
                      <a:pt x="105545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9" name="Hình tự do: Hình 138">
                <a:extLst>
                  <a:ext uri="{FF2B5EF4-FFF2-40B4-BE49-F238E27FC236}">
                    <a16:creationId xmlns:a16="http://schemas.microsoft.com/office/drawing/2014/main" id="{E6E88E73-E1AD-435D-BEF9-105AB42C5819}"/>
                  </a:ext>
                </a:extLst>
              </p:cNvPr>
              <p:cNvSpPr/>
              <p:nvPr/>
            </p:nvSpPr>
            <p:spPr>
              <a:xfrm>
                <a:off x="10014855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0" name="Hình tự do: Hình 139">
                <a:extLst>
                  <a:ext uri="{FF2B5EF4-FFF2-40B4-BE49-F238E27FC236}">
                    <a16:creationId xmlns:a16="http://schemas.microsoft.com/office/drawing/2014/main" id="{9CEFB7D3-D910-4FBF-A52C-455B8657AD5F}"/>
                  </a:ext>
                </a:extLst>
              </p:cNvPr>
              <p:cNvSpPr/>
              <p:nvPr/>
            </p:nvSpPr>
            <p:spPr>
              <a:xfrm>
                <a:off x="10237013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94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1" name="Hình tự do: Hình 140">
                <a:extLst>
                  <a:ext uri="{FF2B5EF4-FFF2-40B4-BE49-F238E27FC236}">
                    <a16:creationId xmlns:a16="http://schemas.microsoft.com/office/drawing/2014/main" id="{832A77F8-9BC8-4905-A691-6C6CAF7FF227}"/>
                  </a:ext>
                </a:extLst>
              </p:cNvPr>
              <p:cNvSpPr/>
              <p:nvPr/>
            </p:nvSpPr>
            <p:spPr>
              <a:xfrm>
                <a:off x="10014855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2" name="Hình tự do: Hình 141">
                <a:extLst>
                  <a:ext uri="{FF2B5EF4-FFF2-40B4-BE49-F238E27FC236}">
                    <a16:creationId xmlns:a16="http://schemas.microsoft.com/office/drawing/2014/main" id="{8B427750-6B74-4ED3-A06D-B1135156E914}"/>
                  </a:ext>
                </a:extLst>
              </p:cNvPr>
              <p:cNvSpPr/>
              <p:nvPr/>
            </p:nvSpPr>
            <p:spPr>
              <a:xfrm>
                <a:off x="10014855" y="2054503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</p:grpSp>
        <p:sp>
          <p:nvSpPr>
            <p:cNvPr id="160" name="Hộp Văn bản 159">
              <a:extLst>
                <a:ext uri="{FF2B5EF4-FFF2-40B4-BE49-F238E27FC236}">
                  <a16:creationId xmlns:a16="http://schemas.microsoft.com/office/drawing/2014/main" id="{B614A3A4-3CD7-4EB8-85BD-5D83BF936D70}"/>
                </a:ext>
              </a:extLst>
            </p:cNvPr>
            <p:cNvSpPr txBox="1"/>
            <p:nvPr/>
          </p:nvSpPr>
          <p:spPr>
            <a:xfrm>
              <a:off x="11079854" y="1651936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50" b="0">
                  <a:solidFill>
                    <a:srgbClr val="D50816"/>
                  </a:solidFill>
                </a:rPr>
                <a:t>Căng thẳng kéo dài, châu Âu và thế giới bị chia thành hai khối; chạy đua vũ trang làm gia tăng nguy cơ chiến tranh hạt nhân.</a:t>
              </a:r>
            </a:p>
          </p:txBody>
        </p:sp>
      </p:grpSp>
      <p:grpSp>
        <p:nvGrpSpPr>
          <p:cNvPr id="164" name="Nhóm 163">
            <a:extLst>
              <a:ext uri="{FF2B5EF4-FFF2-40B4-BE49-F238E27FC236}">
                <a16:creationId xmlns:a16="http://schemas.microsoft.com/office/drawing/2014/main" id="{29A040C0-6C9C-485E-B1E9-E5CBA3AEB309}"/>
              </a:ext>
            </a:extLst>
          </p:cNvPr>
          <p:cNvGrpSpPr/>
          <p:nvPr/>
        </p:nvGrpSpPr>
        <p:grpSpPr>
          <a:xfrm>
            <a:off x="8728944" y="6169902"/>
            <a:ext cx="7273056" cy="2198464"/>
            <a:chOff x="8728944" y="6169902"/>
            <a:chExt cx="7273056" cy="2198464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8728944" y="6169902"/>
              <a:ext cx="2198464" cy="2198464"/>
              <a:chOff x="-2540" y="-254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1125199" y="6463508"/>
              <a:ext cx="3717275" cy="294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9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MỐC 1991</a:t>
              </a:r>
            </a:p>
          </p:txBody>
        </p:sp>
        <p:grpSp>
          <p:nvGrpSpPr>
            <p:cNvPr id="143" name="Picture 21">
              <a:extLst>
                <a:ext uri="{FF2B5EF4-FFF2-40B4-BE49-F238E27FC236}">
                  <a16:creationId xmlns:a16="http://schemas.microsoft.com/office/drawing/2014/main" id="{1DF02F7A-9A0B-4F88-993E-2772DAABE198}"/>
                </a:ext>
              </a:extLst>
            </p:cNvPr>
            <p:cNvGrpSpPr/>
            <p:nvPr/>
          </p:nvGrpSpPr>
          <p:grpSpPr>
            <a:xfrm>
              <a:off x="9324898" y="6692314"/>
              <a:ext cx="983481" cy="1154239"/>
              <a:chOff x="9324898" y="6692314"/>
              <a:chExt cx="983481" cy="1154239"/>
            </a:xfrm>
          </p:grpSpPr>
          <p:sp>
            <p:nvSpPr>
              <p:cNvPr id="144" name="Hình tự do: Hình 143">
                <a:extLst>
                  <a:ext uri="{FF2B5EF4-FFF2-40B4-BE49-F238E27FC236}">
                    <a16:creationId xmlns:a16="http://schemas.microsoft.com/office/drawing/2014/main" id="{C2E0922E-22FA-4390-BF0D-104612DC4596}"/>
                  </a:ext>
                </a:extLst>
              </p:cNvPr>
              <p:cNvSpPr/>
              <p:nvPr/>
            </p:nvSpPr>
            <p:spPr>
              <a:xfrm>
                <a:off x="9324898" y="6692314"/>
                <a:ext cx="498160" cy="1154239"/>
              </a:xfrm>
              <a:custGeom>
                <a:avLst/>
                <a:gdLst>
                  <a:gd name="connsiteX0" fmla="*/ 12841 w 498160"/>
                  <a:gd name="connsiteY0" fmla="*/ 1141398 h 1154239"/>
                  <a:gd name="connsiteX1" fmla="*/ 485321 w 498160"/>
                  <a:gd name="connsiteY1" fmla="*/ 1141398 h 1154239"/>
                  <a:gd name="connsiteX2" fmla="*/ 485321 w 498160"/>
                  <a:gd name="connsiteY2" fmla="*/ 12839 h 1154239"/>
                  <a:gd name="connsiteX3" fmla="*/ 12841 w 498160"/>
                  <a:gd name="connsiteY3" fmla="*/ 12841 h 1154239"/>
                  <a:gd name="connsiteX4" fmla="*/ 498160 w 498160"/>
                  <a:gd name="connsiteY4" fmla="*/ 1154237 h 1154239"/>
                  <a:gd name="connsiteX5" fmla="*/ 2 w 498160"/>
                  <a:gd name="connsiteY5" fmla="*/ 1154237 h 1154239"/>
                  <a:gd name="connsiteX6" fmla="*/ 0 w 498160"/>
                  <a:gd name="connsiteY6" fmla="*/ 0 h 1154239"/>
                  <a:gd name="connsiteX7" fmla="*/ 498158 w 498160"/>
                  <a:gd name="connsiteY7" fmla="*/ 2 h 1154239"/>
                  <a:gd name="connsiteX8" fmla="*/ 498158 w 498160"/>
                  <a:gd name="connsiteY8" fmla="*/ 1154239 h 11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60" h="1154239">
                    <a:moveTo>
                      <a:pt x="12841" y="1141398"/>
                    </a:moveTo>
                    <a:lnTo>
                      <a:pt x="485321" y="1141398"/>
                    </a:lnTo>
                    <a:lnTo>
                      <a:pt x="485321" y="12839"/>
                    </a:lnTo>
                    <a:lnTo>
                      <a:pt x="12841" y="12841"/>
                    </a:lnTo>
                    <a:close/>
                    <a:moveTo>
                      <a:pt x="498160" y="1154237"/>
                    </a:moveTo>
                    <a:lnTo>
                      <a:pt x="2" y="1154237"/>
                    </a:lnTo>
                    <a:lnTo>
                      <a:pt x="0" y="0"/>
                    </a:lnTo>
                    <a:lnTo>
                      <a:pt x="498158" y="2"/>
                    </a:lnTo>
                    <a:lnTo>
                      <a:pt x="498158" y="115423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5" name="Hình tự do: Hình 144">
                <a:extLst>
                  <a:ext uri="{FF2B5EF4-FFF2-40B4-BE49-F238E27FC236}">
                    <a16:creationId xmlns:a16="http://schemas.microsoft.com/office/drawing/2014/main" id="{7B14B4DA-A56E-4579-8FB7-AE05E4A1DA78}"/>
                  </a:ext>
                </a:extLst>
              </p:cNvPr>
              <p:cNvSpPr/>
              <p:nvPr/>
            </p:nvSpPr>
            <p:spPr>
              <a:xfrm>
                <a:off x="9810222" y="6692314"/>
                <a:ext cx="498157" cy="1154239"/>
              </a:xfrm>
              <a:custGeom>
                <a:avLst/>
                <a:gdLst>
                  <a:gd name="connsiteX0" fmla="*/ 12839 w 498157"/>
                  <a:gd name="connsiteY0" fmla="*/ 1141398 h 1154239"/>
                  <a:gd name="connsiteX1" fmla="*/ 485319 w 498157"/>
                  <a:gd name="connsiteY1" fmla="*/ 1141398 h 1154239"/>
                  <a:gd name="connsiteX2" fmla="*/ 485319 w 498157"/>
                  <a:gd name="connsiteY2" fmla="*/ 12839 h 1154239"/>
                  <a:gd name="connsiteX3" fmla="*/ 12839 w 498157"/>
                  <a:gd name="connsiteY3" fmla="*/ 12841 h 1154239"/>
                  <a:gd name="connsiteX4" fmla="*/ 498158 w 498157"/>
                  <a:gd name="connsiteY4" fmla="*/ 1154237 h 1154239"/>
                  <a:gd name="connsiteX5" fmla="*/ 0 w 498157"/>
                  <a:gd name="connsiteY5" fmla="*/ 1154237 h 1154239"/>
                  <a:gd name="connsiteX6" fmla="*/ 0 w 498157"/>
                  <a:gd name="connsiteY6" fmla="*/ 0 h 1154239"/>
                  <a:gd name="connsiteX7" fmla="*/ 498158 w 498157"/>
                  <a:gd name="connsiteY7" fmla="*/ 2 h 1154239"/>
                  <a:gd name="connsiteX8" fmla="*/ 498158 w 498157"/>
                  <a:gd name="connsiteY8" fmla="*/ 1154239 h 11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57" h="1154239">
                    <a:moveTo>
                      <a:pt x="12839" y="1141398"/>
                    </a:moveTo>
                    <a:lnTo>
                      <a:pt x="485319" y="1141398"/>
                    </a:lnTo>
                    <a:lnTo>
                      <a:pt x="485319" y="12839"/>
                    </a:lnTo>
                    <a:lnTo>
                      <a:pt x="12839" y="12841"/>
                    </a:lnTo>
                    <a:close/>
                    <a:moveTo>
                      <a:pt x="498158" y="1154237"/>
                    </a:moveTo>
                    <a:lnTo>
                      <a:pt x="0" y="1154237"/>
                    </a:lnTo>
                    <a:lnTo>
                      <a:pt x="0" y="0"/>
                    </a:lnTo>
                    <a:lnTo>
                      <a:pt x="498158" y="2"/>
                    </a:lnTo>
                    <a:lnTo>
                      <a:pt x="498158" y="115423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6" name="Hình tự do: Hình 145">
                <a:extLst>
                  <a:ext uri="{FF2B5EF4-FFF2-40B4-BE49-F238E27FC236}">
                    <a16:creationId xmlns:a16="http://schemas.microsoft.com/office/drawing/2014/main" id="{B1743211-D07D-48A7-B10B-DF3ED4057BAE}"/>
                  </a:ext>
                </a:extLst>
              </p:cNvPr>
              <p:cNvSpPr/>
              <p:nvPr/>
            </p:nvSpPr>
            <p:spPr>
              <a:xfrm>
                <a:off x="9748572" y="7169459"/>
                <a:ext cx="41299" cy="199947"/>
              </a:xfrm>
              <a:custGeom>
                <a:avLst/>
                <a:gdLst>
                  <a:gd name="connsiteX0" fmla="*/ 12839 w 41299"/>
                  <a:gd name="connsiteY0" fmla="*/ 187109 h 199947"/>
                  <a:gd name="connsiteX1" fmla="*/ 28460 w 41299"/>
                  <a:gd name="connsiteY1" fmla="*/ 187109 h 199947"/>
                  <a:gd name="connsiteX2" fmla="*/ 28460 w 41299"/>
                  <a:gd name="connsiteY2" fmla="*/ 12839 h 199947"/>
                  <a:gd name="connsiteX3" fmla="*/ 12839 w 41299"/>
                  <a:gd name="connsiteY3" fmla="*/ 12839 h 199947"/>
                  <a:gd name="connsiteX4" fmla="*/ 41299 w 41299"/>
                  <a:gd name="connsiteY4" fmla="*/ 199948 h 199947"/>
                  <a:gd name="connsiteX5" fmla="*/ 0 w 41299"/>
                  <a:gd name="connsiteY5" fmla="*/ 199948 h 199947"/>
                  <a:gd name="connsiteX6" fmla="*/ 0 w 41299"/>
                  <a:gd name="connsiteY6" fmla="*/ 0 h 199947"/>
                  <a:gd name="connsiteX7" fmla="*/ 41299 w 41299"/>
                  <a:gd name="connsiteY7" fmla="*/ 0 h 199947"/>
                  <a:gd name="connsiteX8" fmla="*/ 41299 w 41299"/>
                  <a:gd name="connsiteY8" fmla="*/ 199948 h 199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99" h="199947">
                    <a:moveTo>
                      <a:pt x="12839" y="187109"/>
                    </a:moveTo>
                    <a:lnTo>
                      <a:pt x="28460" y="187109"/>
                    </a:lnTo>
                    <a:lnTo>
                      <a:pt x="28460" y="12839"/>
                    </a:lnTo>
                    <a:lnTo>
                      <a:pt x="12839" y="12839"/>
                    </a:lnTo>
                    <a:close/>
                    <a:moveTo>
                      <a:pt x="41299" y="199948"/>
                    </a:moveTo>
                    <a:lnTo>
                      <a:pt x="0" y="199948"/>
                    </a:lnTo>
                    <a:lnTo>
                      <a:pt x="0" y="0"/>
                    </a:lnTo>
                    <a:lnTo>
                      <a:pt x="41299" y="0"/>
                    </a:lnTo>
                    <a:lnTo>
                      <a:pt x="41299" y="19994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7" name="Hình tự do: Hình 146">
                <a:extLst>
                  <a:ext uri="{FF2B5EF4-FFF2-40B4-BE49-F238E27FC236}">
                    <a16:creationId xmlns:a16="http://schemas.microsoft.com/office/drawing/2014/main" id="{200343BA-D772-475C-BBF4-2FCC58E17E8E}"/>
                  </a:ext>
                </a:extLst>
              </p:cNvPr>
              <p:cNvSpPr/>
              <p:nvPr/>
            </p:nvSpPr>
            <p:spPr>
              <a:xfrm>
                <a:off x="9849745" y="7169459"/>
                <a:ext cx="41299" cy="199947"/>
              </a:xfrm>
              <a:custGeom>
                <a:avLst/>
                <a:gdLst>
                  <a:gd name="connsiteX0" fmla="*/ 12839 w 41299"/>
                  <a:gd name="connsiteY0" fmla="*/ 187109 h 199947"/>
                  <a:gd name="connsiteX1" fmla="*/ 28460 w 41299"/>
                  <a:gd name="connsiteY1" fmla="*/ 187109 h 199947"/>
                  <a:gd name="connsiteX2" fmla="*/ 28460 w 41299"/>
                  <a:gd name="connsiteY2" fmla="*/ 12839 h 199947"/>
                  <a:gd name="connsiteX3" fmla="*/ 12839 w 41299"/>
                  <a:gd name="connsiteY3" fmla="*/ 12839 h 199947"/>
                  <a:gd name="connsiteX4" fmla="*/ 41299 w 41299"/>
                  <a:gd name="connsiteY4" fmla="*/ 199948 h 199947"/>
                  <a:gd name="connsiteX5" fmla="*/ 0 w 41299"/>
                  <a:gd name="connsiteY5" fmla="*/ 199948 h 199947"/>
                  <a:gd name="connsiteX6" fmla="*/ 0 w 41299"/>
                  <a:gd name="connsiteY6" fmla="*/ 0 h 199947"/>
                  <a:gd name="connsiteX7" fmla="*/ 41299 w 41299"/>
                  <a:gd name="connsiteY7" fmla="*/ 0 h 199947"/>
                  <a:gd name="connsiteX8" fmla="*/ 41299 w 41299"/>
                  <a:gd name="connsiteY8" fmla="*/ 199948 h 199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99" h="199947">
                    <a:moveTo>
                      <a:pt x="12839" y="187109"/>
                    </a:moveTo>
                    <a:lnTo>
                      <a:pt x="28460" y="187109"/>
                    </a:lnTo>
                    <a:lnTo>
                      <a:pt x="28460" y="12839"/>
                    </a:lnTo>
                    <a:lnTo>
                      <a:pt x="12839" y="12839"/>
                    </a:lnTo>
                    <a:close/>
                    <a:moveTo>
                      <a:pt x="41299" y="199948"/>
                    </a:moveTo>
                    <a:lnTo>
                      <a:pt x="0" y="199948"/>
                    </a:lnTo>
                    <a:lnTo>
                      <a:pt x="0" y="0"/>
                    </a:lnTo>
                    <a:lnTo>
                      <a:pt x="41299" y="0"/>
                    </a:lnTo>
                    <a:lnTo>
                      <a:pt x="41299" y="19994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8" name="Hình tự do: Hình 147">
                <a:extLst>
                  <a:ext uri="{FF2B5EF4-FFF2-40B4-BE49-F238E27FC236}">
                    <a16:creationId xmlns:a16="http://schemas.microsoft.com/office/drawing/2014/main" id="{F2D55017-7C7D-4258-9BED-3713096A32B5}"/>
                  </a:ext>
                </a:extLst>
              </p:cNvPr>
              <p:cNvSpPr/>
              <p:nvPr/>
            </p:nvSpPr>
            <p:spPr>
              <a:xfrm>
                <a:off x="9362949" y="6731184"/>
                <a:ext cx="406272" cy="12839"/>
              </a:xfrm>
              <a:custGeom>
                <a:avLst/>
                <a:gdLst>
                  <a:gd name="connsiteX0" fmla="*/ 406273 w 406272"/>
                  <a:gd name="connsiteY0" fmla="*/ 12839 h 12839"/>
                  <a:gd name="connsiteX1" fmla="*/ 0 w 406272"/>
                  <a:gd name="connsiteY1" fmla="*/ 12839 h 12839"/>
                  <a:gd name="connsiteX2" fmla="*/ 0 w 406272"/>
                  <a:gd name="connsiteY2" fmla="*/ 0 h 12839"/>
                  <a:gd name="connsiteX3" fmla="*/ 406273 w 406272"/>
                  <a:gd name="connsiteY3" fmla="*/ 0 h 12839"/>
                  <a:gd name="connsiteX4" fmla="*/ 406273 w 406272"/>
                  <a:gd name="connsiteY4" fmla="*/ 12839 h 1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272" h="12839">
                    <a:moveTo>
                      <a:pt x="406273" y="12839"/>
                    </a:moveTo>
                    <a:lnTo>
                      <a:pt x="0" y="12839"/>
                    </a:lnTo>
                    <a:lnTo>
                      <a:pt x="0" y="0"/>
                    </a:lnTo>
                    <a:lnTo>
                      <a:pt x="406273" y="0"/>
                    </a:lnTo>
                    <a:lnTo>
                      <a:pt x="406273" y="12839"/>
                    </a:lnTo>
                  </a:path>
                </a:pathLst>
              </a:custGeom>
              <a:solidFill>
                <a:srgbClr val="111B1E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9" name="Hình tự do: Hình 148">
                <a:extLst>
                  <a:ext uri="{FF2B5EF4-FFF2-40B4-BE49-F238E27FC236}">
                    <a16:creationId xmlns:a16="http://schemas.microsoft.com/office/drawing/2014/main" id="{4626BD1C-BB75-4A9B-80BB-85DD7EC65978}"/>
                  </a:ext>
                </a:extLst>
              </p:cNvPr>
              <p:cNvSpPr/>
              <p:nvPr/>
            </p:nvSpPr>
            <p:spPr>
              <a:xfrm>
                <a:off x="9856164" y="6731184"/>
                <a:ext cx="406294" cy="12839"/>
              </a:xfrm>
              <a:custGeom>
                <a:avLst/>
                <a:gdLst>
                  <a:gd name="connsiteX0" fmla="*/ 406294 w 406294"/>
                  <a:gd name="connsiteY0" fmla="*/ 12839 h 12839"/>
                  <a:gd name="connsiteX1" fmla="*/ 0 w 406294"/>
                  <a:gd name="connsiteY1" fmla="*/ 12839 h 12839"/>
                  <a:gd name="connsiteX2" fmla="*/ 0 w 406294"/>
                  <a:gd name="connsiteY2" fmla="*/ 0 h 12839"/>
                  <a:gd name="connsiteX3" fmla="*/ 406294 w 406294"/>
                  <a:gd name="connsiteY3" fmla="*/ 0 h 12839"/>
                  <a:gd name="connsiteX4" fmla="*/ 406294 w 406294"/>
                  <a:gd name="connsiteY4" fmla="*/ 12839 h 1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294" h="12839">
                    <a:moveTo>
                      <a:pt x="406294" y="12839"/>
                    </a:moveTo>
                    <a:lnTo>
                      <a:pt x="0" y="12839"/>
                    </a:lnTo>
                    <a:lnTo>
                      <a:pt x="0" y="0"/>
                    </a:lnTo>
                    <a:lnTo>
                      <a:pt x="406294" y="0"/>
                    </a:lnTo>
                    <a:lnTo>
                      <a:pt x="406294" y="12839"/>
                    </a:lnTo>
                  </a:path>
                </a:pathLst>
              </a:custGeom>
              <a:solidFill>
                <a:srgbClr val="111B1E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0" name="Hình tự do: Hình 149">
                <a:extLst>
                  <a:ext uri="{FF2B5EF4-FFF2-40B4-BE49-F238E27FC236}">
                    <a16:creationId xmlns:a16="http://schemas.microsoft.com/office/drawing/2014/main" id="{1F7E56B1-FC1B-4C16-BFAB-67C00E9A462E}"/>
                  </a:ext>
                </a:extLst>
              </p:cNvPr>
              <p:cNvSpPr/>
              <p:nvPr/>
            </p:nvSpPr>
            <p:spPr>
              <a:xfrm>
                <a:off x="9413664" y="6796889"/>
                <a:ext cx="300093" cy="952688"/>
              </a:xfrm>
              <a:custGeom>
                <a:avLst/>
                <a:gdLst>
                  <a:gd name="connsiteX0" fmla="*/ 12368 w 300093"/>
                  <a:gd name="connsiteY0" fmla="*/ 940295 h 952688"/>
                  <a:gd name="connsiteX1" fmla="*/ 287725 w 300093"/>
                  <a:gd name="connsiteY1" fmla="*/ 940295 h 952688"/>
                  <a:gd name="connsiteX2" fmla="*/ 287725 w 300093"/>
                  <a:gd name="connsiteY2" fmla="*/ 12368 h 952688"/>
                  <a:gd name="connsiteX3" fmla="*/ 12368 w 300093"/>
                  <a:gd name="connsiteY3" fmla="*/ 12377 h 952688"/>
                  <a:gd name="connsiteX4" fmla="*/ 300093 w 300093"/>
                  <a:gd name="connsiteY4" fmla="*/ 952684 h 952688"/>
                  <a:gd name="connsiteX5" fmla="*/ 0 w 300093"/>
                  <a:gd name="connsiteY5" fmla="*/ 952684 h 952688"/>
                  <a:gd name="connsiteX6" fmla="*/ 0 w 300093"/>
                  <a:gd name="connsiteY6" fmla="*/ 0 h 952688"/>
                  <a:gd name="connsiteX7" fmla="*/ 300093 w 300093"/>
                  <a:gd name="connsiteY7" fmla="*/ 4 h 952688"/>
                  <a:gd name="connsiteX8" fmla="*/ 300093 w 300093"/>
                  <a:gd name="connsiteY8" fmla="*/ 952689 h 95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0093" h="952688">
                    <a:moveTo>
                      <a:pt x="12368" y="940295"/>
                    </a:moveTo>
                    <a:lnTo>
                      <a:pt x="287725" y="940295"/>
                    </a:lnTo>
                    <a:lnTo>
                      <a:pt x="287725" y="12368"/>
                    </a:lnTo>
                    <a:lnTo>
                      <a:pt x="12368" y="12377"/>
                    </a:lnTo>
                    <a:close/>
                    <a:moveTo>
                      <a:pt x="300093" y="952684"/>
                    </a:moveTo>
                    <a:lnTo>
                      <a:pt x="0" y="952684"/>
                    </a:lnTo>
                    <a:lnTo>
                      <a:pt x="0" y="0"/>
                    </a:lnTo>
                    <a:lnTo>
                      <a:pt x="300093" y="4"/>
                    </a:lnTo>
                    <a:lnTo>
                      <a:pt x="300093" y="95268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1" name="Hình tự do: Hình 150">
                <a:extLst>
                  <a:ext uri="{FF2B5EF4-FFF2-40B4-BE49-F238E27FC236}">
                    <a16:creationId xmlns:a16="http://schemas.microsoft.com/office/drawing/2014/main" id="{5D1617D6-E7BF-4CBB-BECE-37A51F516771}"/>
                  </a:ext>
                </a:extLst>
              </p:cNvPr>
              <p:cNvSpPr/>
              <p:nvPr/>
            </p:nvSpPr>
            <p:spPr>
              <a:xfrm>
                <a:off x="9415119" y="7015710"/>
                <a:ext cx="297182" cy="351256"/>
              </a:xfrm>
              <a:custGeom>
                <a:avLst/>
                <a:gdLst>
                  <a:gd name="connsiteX0" fmla="*/ 9458 w 297182"/>
                  <a:gd name="connsiteY0" fmla="*/ 351257 h 351256"/>
                  <a:gd name="connsiteX1" fmla="*/ 0 w 297182"/>
                  <a:gd name="connsiteY1" fmla="*/ 343297 h 351256"/>
                  <a:gd name="connsiteX2" fmla="*/ 287703 w 297182"/>
                  <a:gd name="connsiteY2" fmla="*/ 0 h 351256"/>
                  <a:gd name="connsiteX3" fmla="*/ 297183 w 297182"/>
                  <a:gd name="connsiteY3" fmla="*/ 7960 h 351256"/>
                  <a:gd name="connsiteX4" fmla="*/ 9458 w 297182"/>
                  <a:gd name="connsiteY4" fmla="*/ 351257 h 35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2" h="351256">
                    <a:moveTo>
                      <a:pt x="9458" y="351257"/>
                    </a:moveTo>
                    <a:lnTo>
                      <a:pt x="0" y="343297"/>
                    </a:lnTo>
                    <a:lnTo>
                      <a:pt x="287703" y="0"/>
                    </a:lnTo>
                    <a:lnTo>
                      <a:pt x="297183" y="7960"/>
                    </a:lnTo>
                    <a:lnTo>
                      <a:pt x="9458" y="351257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2" name="Hình tự do: Hình 151">
                <a:extLst>
                  <a:ext uri="{FF2B5EF4-FFF2-40B4-BE49-F238E27FC236}">
                    <a16:creationId xmlns:a16="http://schemas.microsoft.com/office/drawing/2014/main" id="{6C52C67C-00A7-4EB7-AA86-733D06A8C92C}"/>
                  </a:ext>
                </a:extLst>
              </p:cNvPr>
              <p:cNvSpPr/>
              <p:nvPr/>
            </p:nvSpPr>
            <p:spPr>
              <a:xfrm>
                <a:off x="9415119" y="6871184"/>
                <a:ext cx="297182" cy="351642"/>
              </a:xfrm>
              <a:custGeom>
                <a:avLst/>
                <a:gdLst>
                  <a:gd name="connsiteX0" fmla="*/ 9480 w 297182"/>
                  <a:gd name="connsiteY0" fmla="*/ 351642 h 351642"/>
                  <a:gd name="connsiteX1" fmla="*/ 0 w 297182"/>
                  <a:gd name="connsiteY1" fmla="*/ 343703 h 351642"/>
                  <a:gd name="connsiteX2" fmla="*/ 287703 w 297182"/>
                  <a:gd name="connsiteY2" fmla="*/ 0 h 351642"/>
                  <a:gd name="connsiteX3" fmla="*/ 297183 w 297182"/>
                  <a:gd name="connsiteY3" fmla="*/ 7939 h 351642"/>
                  <a:gd name="connsiteX4" fmla="*/ 9480 w 297182"/>
                  <a:gd name="connsiteY4" fmla="*/ 351642 h 35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2" h="351642">
                    <a:moveTo>
                      <a:pt x="9480" y="351642"/>
                    </a:moveTo>
                    <a:lnTo>
                      <a:pt x="0" y="343703"/>
                    </a:lnTo>
                    <a:lnTo>
                      <a:pt x="287703" y="0"/>
                    </a:lnTo>
                    <a:lnTo>
                      <a:pt x="297183" y="7939"/>
                    </a:lnTo>
                    <a:lnTo>
                      <a:pt x="9480" y="351642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3" name="Hình tự do: Hình 152">
                <a:extLst>
                  <a:ext uri="{FF2B5EF4-FFF2-40B4-BE49-F238E27FC236}">
                    <a16:creationId xmlns:a16="http://schemas.microsoft.com/office/drawing/2014/main" id="{9DFDBF54-2BCA-460E-8A53-AB79D67FE8E9}"/>
                  </a:ext>
                </a:extLst>
              </p:cNvPr>
              <p:cNvSpPr/>
              <p:nvPr/>
            </p:nvSpPr>
            <p:spPr>
              <a:xfrm>
                <a:off x="9415269" y="7284390"/>
                <a:ext cx="296883" cy="326177"/>
              </a:xfrm>
              <a:custGeom>
                <a:avLst/>
                <a:gdLst>
                  <a:gd name="connsiteX0" fmla="*/ 9159 w 296883"/>
                  <a:gd name="connsiteY0" fmla="*/ 326178 h 326177"/>
                  <a:gd name="connsiteX1" fmla="*/ 0 w 296883"/>
                  <a:gd name="connsiteY1" fmla="*/ 317875 h 326177"/>
                  <a:gd name="connsiteX2" fmla="*/ 287703 w 296883"/>
                  <a:gd name="connsiteY2" fmla="*/ 0 h 326177"/>
                  <a:gd name="connsiteX3" fmla="*/ 296883 w 296883"/>
                  <a:gd name="connsiteY3" fmla="*/ 8303 h 326177"/>
                  <a:gd name="connsiteX4" fmla="*/ 9159 w 296883"/>
                  <a:gd name="connsiteY4" fmla="*/ 326178 h 32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883" h="326177">
                    <a:moveTo>
                      <a:pt x="9159" y="326178"/>
                    </a:moveTo>
                    <a:lnTo>
                      <a:pt x="0" y="317875"/>
                    </a:lnTo>
                    <a:lnTo>
                      <a:pt x="287703" y="0"/>
                    </a:lnTo>
                    <a:lnTo>
                      <a:pt x="296883" y="8303"/>
                    </a:lnTo>
                    <a:lnTo>
                      <a:pt x="9159" y="32617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4" name="Hình tự do: Hình 153">
                <a:extLst>
                  <a:ext uri="{FF2B5EF4-FFF2-40B4-BE49-F238E27FC236}">
                    <a16:creationId xmlns:a16="http://schemas.microsoft.com/office/drawing/2014/main" id="{1735CF15-F171-4DF5-9C63-05169A0641E9}"/>
                  </a:ext>
                </a:extLst>
              </p:cNvPr>
              <p:cNvSpPr/>
              <p:nvPr/>
            </p:nvSpPr>
            <p:spPr>
              <a:xfrm>
                <a:off x="9935339" y="6796889"/>
                <a:ext cx="300093" cy="952688"/>
              </a:xfrm>
              <a:custGeom>
                <a:avLst/>
                <a:gdLst>
                  <a:gd name="connsiteX0" fmla="*/ 12368 w 300093"/>
                  <a:gd name="connsiteY0" fmla="*/ 940295 h 952688"/>
                  <a:gd name="connsiteX1" fmla="*/ 287725 w 300093"/>
                  <a:gd name="connsiteY1" fmla="*/ 940295 h 952688"/>
                  <a:gd name="connsiteX2" fmla="*/ 287725 w 300093"/>
                  <a:gd name="connsiteY2" fmla="*/ 12368 h 952688"/>
                  <a:gd name="connsiteX3" fmla="*/ 12368 w 300093"/>
                  <a:gd name="connsiteY3" fmla="*/ 12377 h 952688"/>
                  <a:gd name="connsiteX4" fmla="*/ 300093 w 300093"/>
                  <a:gd name="connsiteY4" fmla="*/ 952684 h 952688"/>
                  <a:gd name="connsiteX5" fmla="*/ 0 w 300093"/>
                  <a:gd name="connsiteY5" fmla="*/ 952684 h 952688"/>
                  <a:gd name="connsiteX6" fmla="*/ 0 w 300093"/>
                  <a:gd name="connsiteY6" fmla="*/ 0 h 952688"/>
                  <a:gd name="connsiteX7" fmla="*/ 300093 w 300093"/>
                  <a:gd name="connsiteY7" fmla="*/ 4 h 952688"/>
                  <a:gd name="connsiteX8" fmla="*/ 300093 w 300093"/>
                  <a:gd name="connsiteY8" fmla="*/ 952689 h 95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0093" h="952688">
                    <a:moveTo>
                      <a:pt x="12368" y="940295"/>
                    </a:moveTo>
                    <a:lnTo>
                      <a:pt x="287725" y="940295"/>
                    </a:lnTo>
                    <a:lnTo>
                      <a:pt x="287725" y="12368"/>
                    </a:lnTo>
                    <a:lnTo>
                      <a:pt x="12368" y="12377"/>
                    </a:lnTo>
                    <a:close/>
                    <a:moveTo>
                      <a:pt x="300093" y="952684"/>
                    </a:moveTo>
                    <a:lnTo>
                      <a:pt x="0" y="952684"/>
                    </a:lnTo>
                    <a:lnTo>
                      <a:pt x="0" y="0"/>
                    </a:lnTo>
                    <a:lnTo>
                      <a:pt x="300093" y="4"/>
                    </a:lnTo>
                    <a:lnTo>
                      <a:pt x="300093" y="95268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5" name="Hình tự do: Hình 154">
                <a:extLst>
                  <a:ext uri="{FF2B5EF4-FFF2-40B4-BE49-F238E27FC236}">
                    <a16:creationId xmlns:a16="http://schemas.microsoft.com/office/drawing/2014/main" id="{E9716D9A-53EB-4EF7-905B-F8196A672323}"/>
                  </a:ext>
                </a:extLst>
              </p:cNvPr>
              <p:cNvSpPr/>
              <p:nvPr/>
            </p:nvSpPr>
            <p:spPr>
              <a:xfrm>
                <a:off x="9936773" y="7015710"/>
                <a:ext cx="297204" cy="351256"/>
              </a:xfrm>
              <a:custGeom>
                <a:avLst/>
                <a:gdLst>
                  <a:gd name="connsiteX0" fmla="*/ 9501 w 297204"/>
                  <a:gd name="connsiteY0" fmla="*/ 351257 h 351256"/>
                  <a:gd name="connsiteX1" fmla="*/ 0 w 297204"/>
                  <a:gd name="connsiteY1" fmla="*/ 343297 h 351256"/>
                  <a:gd name="connsiteX2" fmla="*/ 287725 w 297204"/>
                  <a:gd name="connsiteY2" fmla="*/ 0 h 351256"/>
                  <a:gd name="connsiteX3" fmla="*/ 297204 w 297204"/>
                  <a:gd name="connsiteY3" fmla="*/ 7960 h 351256"/>
                  <a:gd name="connsiteX4" fmla="*/ 9501 w 297204"/>
                  <a:gd name="connsiteY4" fmla="*/ 351257 h 35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204" h="351256">
                    <a:moveTo>
                      <a:pt x="9501" y="351257"/>
                    </a:moveTo>
                    <a:lnTo>
                      <a:pt x="0" y="343297"/>
                    </a:lnTo>
                    <a:lnTo>
                      <a:pt x="287725" y="0"/>
                    </a:lnTo>
                    <a:lnTo>
                      <a:pt x="297204" y="7960"/>
                    </a:lnTo>
                    <a:lnTo>
                      <a:pt x="9501" y="351257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6" name="Hình tự do: Hình 155">
                <a:extLst>
                  <a:ext uri="{FF2B5EF4-FFF2-40B4-BE49-F238E27FC236}">
                    <a16:creationId xmlns:a16="http://schemas.microsoft.com/office/drawing/2014/main" id="{CDBC15DE-2306-4465-AEEC-04F69329EFB6}"/>
                  </a:ext>
                </a:extLst>
              </p:cNvPr>
              <p:cNvSpPr/>
              <p:nvPr/>
            </p:nvSpPr>
            <p:spPr>
              <a:xfrm>
                <a:off x="9936773" y="6871184"/>
                <a:ext cx="297225" cy="351642"/>
              </a:xfrm>
              <a:custGeom>
                <a:avLst/>
                <a:gdLst>
                  <a:gd name="connsiteX0" fmla="*/ 9501 w 297225"/>
                  <a:gd name="connsiteY0" fmla="*/ 351642 h 351642"/>
                  <a:gd name="connsiteX1" fmla="*/ 0 w 297225"/>
                  <a:gd name="connsiteY1" fmla="*/ 343703 h 351642"/>
                  <a:gd name="connsiteX2" fmla="*/ 287725 w 297225"/>
                  <a:gd name="connsiteY2" fmla="*/ 0 h 351642"/>
                  <a:gd name="connsiteX3" fmla="*/ 297226 w 297225"/>
                  <a:gd name="connsiteY3" fmla="*/ 7939 h 351642"/>
                  <a:gd name="connsiteX4" fmla="*/ 9501 w 297225"/>
                  <a:gd name="connsiteY4" fmla="*/ 351642 h 35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225" h="351642">
                    <a:moveTo>
                      <a:pt x="9501" y="351642"/>
                    </a:moveTo>
                    <a:lnTo>
                      <a:pt x="0" y="343703"/>
                    </a:lnTo>
                    <a:lnTo>
                      <a:pt x="287725" y="0"/>
                    </a:lnTo>
                    <a:lnTo>
                      <a:pt x="297226" y="7939"/>
                    </a:lnTo>
                    <a:lnTo>
                      <a:pt x="9501" y="351642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7" name="Hình tự do: Hình 156">
                <a:extLst>
                  <a:ext uri="{FF2B5EF4-FFF2-40B4-BE49-F238E27FC236}">
                    <a16:creationId xmlns:a16="http://schemas.microsoft.com/office/drawing/2014/main" id="{D28CDBB2-BF6B-47CA-BB73-9B1114D36CC3}"/>
                  </a:ext>
                </a:extLst>
              </p:cNvPr>
              <p:cNvSpPr/>
              <p:nvPr/>
            </p:nvSpPr>
            <p:spPr>
              <a:xfrm>
                <a:off x="9936944" y="7284390"/>
                <a:ext cx="296883" cy="326177"/>
              </a:xfrm>
              <a:custGeom>
                <a:avLst/>
                <a:gdLst>
                  <a:gd name="connsiteX0" fmla="*/ 9159 w 296883"/>
                  <a:gd name="connsiteY0" fmla="*/ 326178 h 326177"/>
                  <a:gd name="connsiteX1" fmla="*/ 0 w 296883"/>
                  <a:gd name="connsiteY1" fmla="*/ 317875 h 326177"/>
                  <a:gd name="connsiteX2" fmla="*/ 287725 w 296883"/>
                  <a:gd name="connsiteY2" fmla="*/ 0 h 326177"/>
                  <a:gd name="connsiteX3" fmla="*/ 296883 w 296883"/>
                  <a:gd name="connsiteY3" fmla="*/ 8303 h 326177"/>
                  <a:gd name="connsiteX4" fmla="*/ 9159 w 296883"/>
                  <a:gd name="connsiteY4" fmla="*/ 326178 h 32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883" h="326177">
                    <a:moveTo>
                      <a:pt x="9159" y="326178"/>
                    </a:moveTo>
                    <a:lnTo>
                      <a:pt x="0" y="317875"/>
                    </a:lnTo>
                    <a:lnTo>
                      <a:pt x="287725" y="0"/>
                    </a:lnTo>
                    <a:lnTo>
                      <a:pt x="296883" y="8303"/>
                    </a:lnTo>
                    <a:lnTo>
                      <a:pt x="9159" y="32617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</p:grpSp>
        <p:sp>
          <p:nvSpPr>
            <p:cNvPr id="161" name="Hộp Văn bản 160">
              <a:extLst>
                <a:ext uri="{FF2B5EF4-FFF2-40B4-BE49-F238E27FC236}">
                  <a16:creationId xmlns:a16="http://schemas.microsoft.com/office/drawing/2014/main" id="{4F2B30E6-F6A4-4C57-A50B-0D4216B00F71}"/>
                </a:ext>
              </a:extLst>
            </p:cNvPr>
            <p:cNvSpPr txBox="1"/>
            <p:nvPr/>
          </p:nvSpPr>
          <p:spPr>
            <a:xfrm>
              <a:off x="11125199" y="6978033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00" b="0">
                  <a:solidFill>
                    <a:srgbClr val="D50816"/>
                  </a:solidFill>
                </a:rPr>
                <a:t>Ngày 25/12/1991, M. Gorbachev từ chức; ngày 26/12/1991, Liên Xô chính thức chấm dứt tồn tại, đánh dấu mốc cuối của thời kỳ đối đầu Xô – Mỹ.</a:t>
              </a:r>
            </a:p>
          </p:txBody>
        </p:sp>
      </p:grpSp>
      <p:sp>
        <p:nvSpPr>
          <p:cNvPr id="165" name="Hình Bầu dục 164">
            <a:extLst>
              <a:ext uri="{FF2B5EF4-FFF2-40B4-BE49-F238E27FC236}">
                <a16:creationId xmlns:a16="http://schemas.microsoft.com/office/drawing/2014/main" id="{98FBE6A3-0516-4AAE-B06F-BB8EB7E7B577}"/>
              </a:ext>
            </a:extLst>
          </p:cNvPr>
          <p:cNvSpPr/>
          <p:nvPr/>
        </p:nvSpPr>
        <p:spPr>
          <a:xfrm>
            <a:off x="2237734" y="2391506"/>
            <a:ext cx="3235476" cy="3236202"/>
          </a:xfrm>
          <a:prstGeom prst="ellipse">
            <a:avLst/>
          </a:prstGeom>
          <a:blipFill dpi="0" rotWithShape="1"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AutoShape 3"/>
          <p:cNvSpPr/>
          <p:nvPr/>
        </p:nvSpPr>
        <p:spPr>
          <a:xfrm>
            <a:off x="1835365" y="9226484"/>
            <a:ext cx="14617271" cy="117985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66" name="Hình chữ nhật 165">
            <a:extLst>
              <a:ext uri="{FF2B5EF4-FFF2-40B4-BE49-F238E27FC236}">
                <a16:creationId xmlns:a16="http://schemas.microsoft.com/office/drawing/2014/main" id="{0014F1BD-533C-4445-B34E-C6DB21560A01}"/>
              </a:ext>
            </a:extLst>
          </p:cNvPr>
          <p:cNvSpPr/>
          <p:nvPr/>
        </p:nvSpPr>
        <p:spPr>
          <a:xfrm>
            <a:off x="0" y="0"/>
            <a:ext cx="1915475" cy="103208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4627029-1247-4BBE-857E-404304F2CC06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E7B8C53-BD01-4193-801A-C191AE6AC3AA}"/>
              </a:ext>
            </a:extLst>
          </p:cNvPr>
          <p:cNvSpPr txBox="1"/>
          <p:nvPr/>
        </p:nvSpPr>
        <p:spPr>
          <a:xfrm>
            <a:off x="746235" y="2667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4B19606-0D7D-411F-A730-C13A42C02CB0}"/>
              </a:ext>
            </a:extLst>
          </p:cNvPr>
          <p:cNvSpPr txBox="1"/>
          <p:nvPr/>
        </p:nvSpPr>
        <p:spPr>
          <a:xfrm>
            <a:off x="725990" y="1335559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983991A5-DE3F-4A45-BD28-6A4D8A21F889}"/>
              </a:ext>
            </a:extLst>
          </p:cNvPr>
          <p:cNvGrpSpPr/>
          <p:nvPr/>
        </p:nvGrpSpPr>
        <p:grpSpPr>
          <a:xfrm>
            <a:off x="1" y="3314700"/>
            <a:ext cx="18287999" cy="6475545"/>
            <a:chOff x="0" y="3105257"/>
            <a:chExt cx="18287999" cy="6475545"/>
          </a:xfrm>
        </p:grpSpPr>
        <p:grpSp>
          <p:nvGrpSpPr>
            <p:cNvPr id="10" name="Nhóm 9">
              <a:extLst>
                <a:ext uri="{FF2B5EF4-FFF2-40B4-BE49-F238E27FC236}">
                  <a16:creationId xmlns:a16="http://schemas.microsoft.com/office/drawing/2014/main" id="{1B32EA0A-0D5B-40A6-A4B5-299BE19F626C}"/>
                </a:ext>
              </a:extLst>
            </p:cNvPr>
            <p:cNvGrpSpPr/>
            <p:nvPr/>
          </p:nvGrpSpPr>
          <p:grpSpPr>
            <a:xfrm>
              <a:off x="0" y="3105257"/>
              <a:ext cx="18287999" cy="6475545"/>
              <a:chOff x="0" y="3105257"/>
              <a:chExt cx="18287999" cy="6475545"/>
            </a:xfrm>
          </p:grpSpPr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29E7ED1C-2F81-4EDE-ABDB-8020AF513EFB}"/>
                  </a:ext>
                </a:extLst>
              </p:cNvPr>
              <p:cNvSpPr/>
              <p:nvPr/>
            </p:nvSpPr>
            <p:spPr>
              <a:xfrm>
                <a:off x="0" y="3105257"/>
                <a:ext cx="16535400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" name="Khối Hình cung 5">
                <a:extLst>
                  <a:ext uri="{FF2B5EF4-FFF2-40B4-BE49-F238E27FC236}">
                    <a16:creationId xmlns:a16="http://schemas.microsoft.com/office/drawing/2014/main" id="{111DF882-439E-40E5-B447-8A33836D8335}"/>
                  </a:ext>
                </a:extLst>
              </p:cNvPr>
              <p:cNvSpPr/>
              <p:nvPr/>
            </p:nvSpPr>
            <p:spPr>
              <a:xfrm rot="5400000">
                <a:off x="14880051" y="3427108"/>
                <a:ext cx="3310697" cy="2667000"/>
              </a:xfrm>
              <a:prstGeom prst="blockArc">
                <a:avLst>
                  <a:gd name="adj1" fmla="val 10771728"/>
                  <a:gd name="adj2" fmla="val 21362017"/>
                  <a:gd name="adj3" fmla="val 4891"/>
                </a:avLst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86494D6-5A93-47A9-80FB-AF4E8D1816A2}"/>
                  </a:ext>
                </a:extLst>
              </p:cNvPr>
              <p:cNvSpPr/>
              <p:nvPr/>
            </p:nvSpPr>
            <p:spPr>
              <a:xfrm>
                <a:off x="1964228" y="6275507"/>
                <a:ext cx="14706600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" name="Khối Hình cung 7">
                <a:extLst>
                  <a:ext uri="{FF2B5EF4-FFF2-40B4-BE49-F238E27FC236}">
                    <a16:creationId xmlns:a16="http://schemas.microsoft.com/office/drawing/2014/main" id="{38C8B295-0AE4-4EDB-9034-BBDB31D6B2F1}"/>
                  </a:ext>
                </a:extLst>
              </p:cNvPr>
              <p:cNvSpPr/>
              <p:nvPr/>
            </p:nvSpPr>
            <p:spPr>
              <a:xfrm rot="16200000">
                <a:off x="440153" y="6588350"/>
                <a:ext cx="3310697" cy="2667000"/>
              </a:xfrm>
              <a:prstGeom prst="blockArc">
                <a:avLst>
                  <a:gd name="adj1" fmla="val 10771728"/>
                  <a:gd name="adj2" fmla="val 21362017"/>
                  <a:gd name="adj3" fmla="val 4891"/>
                </a:avLst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Hình chữ nhật 8">
                <a:extLst>
                  <a:ext uri="{FF2B5EF4-FFF2-40B4-BE49-F238E27FC236}">
                    <a16:creationId xmlns:a16="http://schemas.microsoft.com/office/drawing/2014/main" id="{8AEED77B-E253-4478-A7BF-C726E2474499}"/>
                  </a:ext>
                </a:extLst>
              </p:cNvPr>
              <p:cNvSpPr/>
              <p:nvPr/>
            </p:nvSpPr>
            <p:spPr>
              <a:xfrm>
                <a:off x="2095500" y="9447558"/>
                <a:ext cx="16192499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12" name="Hình chữ nhật 11">
              <a:extLst>
                <a:ext uri="{FF2B5EF4-FFF2-40B4-BE49-F238E27FC236}">
                  <a16:creationId xmlns:a16="http://schemas.microsoft.com/office/drawing/2014/main" id="{B0049178-A83D-4185-9CCC-FD001E4833D7}"/>
                </a:ext>
              </a:extLst>
            </p:cNvPr>
            <p:cNvSpPr/>
            <p:nvPr/>
          </p:nvSpPr>
          <p:spPr>
            <a:xfrm>
              <a:off x="2209800" y="3105257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Hình Bầu dục 12">
              <a:extLst>
                <a:ext uri="{FF2B5EF4-FFF2-40B4-BE49-F238E27FC236}">
                  <a16:creationId xmlns:a16="http://schemas.microsoft.com/office/drawing/2014/main" id="{0D48F689-93EE-43AB-A4FD-FB033D61FC5A}"/>
                </a:ext>
              </a:extLst>
            </p:cNvPr>
            <p:cNvSpPr/>
            <p:nvPr/>
          </p:nvSpPr>
          <p:spPr>
            <a:xfrm>
              <a:off x="2077570" y="3898730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Hình chữ nhật 13">
              <a:extLst>
                <a:ext uri="{FF2B5EF4-FFF2-40B4-BE49-F238E27FC236}">
                  <a16:creationId xmlns:a16="http://schemas.microsoft.com/office/drawing/2014/main" id="{DEB3AA5D-2C28-45E8-A7D8-8D0A5813E309}"/>
                </a:ext>
              </a:extLst>
            </p:cNvPr>
            <p:cNvSpPr/>
            <p:nvPr/>
          </p:nvSpPr>
          <p:spPr>
            <a:xfrm>
              <a:off x="5965935" y="3143300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Hình Bầu dục 14">
              <a:extLst>
                <a:ext uri="{FF2B5EF4-FFF2-40B4-BE49-F238E27FC236}">
                  <a16:creationId xmlns:a16="http://schemas.microsoft.com/office/drawing/2014/main" id="{911F83A1-94A2-4435-BE4D-9C25152F8519}"/>
                </a:ext>
              </a:extLst>
            </p:cNvPr>
            <p:cNvSpPr/>
            <p:nvPr/>
          </p:nvSpPr>
          <p:spPr>
            <a:xfrm>
              <a:off x="5833705" y="3936773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Hình chữ nhật 15">
              <a:extLst>
                <a:ext uri="{FF2B5EF4-FFF2-40B4-BE49-F238E27FC236}">
                  <a16:creationId xmlns:a16="http://schemas.microsoft.com/office/drawing/2014/main" id="{EAD3B483-7C3E-4733-AEC5-EF4741B33E7D}"/>
                </a:ext>
              </a:extLst>
            </p:cNvPr>
            <p:cNvSpPr/>
            <p:nvPr/>
          </p:nvSpPr>
          <p:spPr>
            <a:xfrm>
              <a:off x="10243258" y="3170449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Hình Bầu dục 16">
              <a:extLst>
                <a:ext uri="{FF2B5EF4-FFF2-40B4-BE49-F238E27FC236}">
                  <a16:creationId xmlns:a16="http://schemas.microsoft.com/office/drawing/2014/main" id="{9E209B94-E7DB-4680-B991-039AD4DABC46}"/>
                </a:ext>
              </a:extLst>
            </p:cNvPr>
            <p:cNvSpPr/>
            <p:nvPr/>
          </p:nvSpPr>
          <p:spPr>
            <a:xfrm>
              <a:off x="10111028" y="3963922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Hình chữ nhật 17">
              <a:extLst>
                <a:ext uri="{FF2B5EF4-FFF2-40B4-BE49-F238E27FC236}">
                  <a16:creationId xmlns:a16="http://schemas.microsoft.com/office/drawing/2014/main" id="{6B47294D-140A-4126-8F16-440829869042}"/>
                </a:ext>
              </a:extLst>
            </p:cNvPr>
            <p:cNvSpPr/>
            <p:nvPr/>
          </p:nvSpPr>
          <p:spPr>
            <a:xfrm>
              <a:off x="14482481" y="3213210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Hình Bầu dục 18">
              <a:extLst>
                <a:ext uri="{FF2B5EF4-FFF2-40B4-BE49-F238E27FC236}">
                  <a16:creationId xmlns:a16="http://schemas.microsoft.com/office/drawing/2014/main" id="{FD3542B1-2120-4526-A63E-B95F1213861D}"/>
                </a:ext>
              </a:extLst>
            </p:cNvPr>
            <p:cNvSpPr/>
            <p:nvPr/>
          </p:nvSpPr>
          <p:spPr>
            <a:xfrm>
              <a:off x="14350251" y="4006683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" name="Hình chữ nhật 19">
              <a:extLst>
                <a:ext uri="{FF2B5EF4-FFF2-40B4-BE49-F238E27FC236}">
                  <a16:creationId xmlns:a16="http://schemas.microsoft.com/office/drawing/2014/main" id="{1EF693C4-4EDF-4E69-AA09-516284C90D3C}"/>
                </a:ext>
              </a:extLst>
            </p:cNvPr>
            <p:cNvSpPr/>
            <p:nvPr/>
          </p:nvSpPr>
          <p:spPr>
            <a:xfrm>
              <a:off x="4034120" y="6413379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Hình Bầu dục 20">
              <a:extLst>
                <a:ext uri="{FF2B5EF4-FFF2-40B4-BE49-F238E27FC236}">
                  <a16:creationId xmlns:a16="http://schemas.microsoft.com/office/drawing/2014/main" id="{597E4BFF-4C22-4E14-B638-9563F63B8048}"/>
                </a:ext>
              </a:extLst>
            </p:cNvPr>
            <p:cNvSpPr/>
            <p:nvPr/>
          </p:nvSpPr>
          <p:spPr>
            <a:xfrm>
              <a:off x="3901890" y="7206852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Hình chữ nhật 21">
              <a:extLst>
                <a:ext uri="{FF2B5EF4-FFF2-40B4-BE49-F238E27FC236}">
                  <a16:creationId xmlns:a16="http://schemas.microsoft.com/office/drawing/2014/main" id="{2840A55A-3BB8-46BF-9127-10C6F4A62A89}"/>
                </a:ext>
              </a:extLst>
            </p:cNvPr>
            <p:cNvSpPr/>
            <p:nvPr/>
          </p:nvSpPr>
          <p:spPr>
            <a:xfrm>
              <a:off x="8120069" y="6364225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Hình Bầu dục 22">
              <a:extLst>
                <a:ext uri="{FF2B5EF4-FFF2-40B4-BE49-F238E27FC236}">
                  <a16:creationId xmlns:a16="http://schemas.microsoft.com/office/drawing/2014/main" id="{00D7E6F8-B0A5-4679-92DA-1D41C5E14285}"/>
                </a:ext>
              </a:extLst>
            </p:cNvPr>
            <p:cNvSpPr/>
            <p:nvPr/>
          </p:nvSpPr>
          <p:spPr>
            <a:xfrm>
              <a:off x="7987839" y="7157698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Hình chữ nhật 23">
              <a:extLst>
                <a:ext uri="{FF2B5EF4-FFF2-40B4-BE49-F238E27FC236}">
                  <a16:creationId xmlns:a16="http://schemas.microsoft.com/office/drawing/2014/main" id="{B107302A-F75B-4F29-A30F-0F87C2D7299D}"/>
                </a:ext>
              </a:extLst>
            </p:cNvPr>
            <p:cNvSpPr/>
            <p:nvPr/>
          </p:nvSpPr>
          <p:spPr>
            <a:xfrm>
              <a:off x="12179313" y="6387783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5" name="Hình Bầu dục 24">
              <a:extLst>
                <a:ext uri="{FF2B5EF4-FFF2-40B4-BE49-F238E27FC236}">
                  <a16:creationId xmlns:a16="http://schemas.microsoft.com/office/drawing/2014/main" id="{A09B7B95-2370-461C-84CC-D5C82A583309}"/>
                </a:ext>
              </a:extLst>
            </p:cNvPr>
            <p:cNvSpPr/>
            <p:nvPr/>
          </p:nvSpPr>
          <p:spPr>
            <a:xfrm>
              <a:off x="12047083" y="7181256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27" name="Hình ảnh 26">
            <a:extLst>
              <a:ext uri="{FF2B5EF4-FFF2-40B4-BE49-F238E27FC236}">
                <a16:creationId xmlns:a16="http://schemas.microsoft.com/office/drawing/2014/main" id="{77C94593-33D7-40FD-A6F8-BB733AADB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4821" y="4212980"/>
            <a:ext cx="1601158" cy="1237473"/>
          </a:xfrm>
          <a:prstGeom prst="rect">
            <a:avLst/>
          </a:prstGeom>
        </p:spPr>
      </p:pic>
      <p:pic>
        <p:nvPicPr>
          <p:cNvPr id="28" name="Hình ảnh 27">
            <a:extLst>
              <a:ext uri="{FF2B5EF4-FFF2-40B4-BE49-F238E27FC236}">
                <a16:creationId xmlns:a16="http://schemas.microsoft.com/office/drawing/2014/main" id="{E6C157D9-1B7E-4D0F-934B-2A72796D5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15" y="7637257"/>
            <a:ext cx="1601158" cy="1237473"/>
          </a:xfrm>
          <a:prstGeom prst="rect">
            <a:avLst/>
          </a:prstGeom>
        </p:spPr>
      </p:pic>
      <p:grpSp>
        <p:nvGrpSpPr>
          <p:cNvPr id="60" name="Nhóm 59">
            <a:extLst>
              <a:ext uri="{FF2B5EF4-FFF2-40B4-BE49-F238E27FC236}">
                <a16:creationId xmlns:a16="http://schemas.microsoft.com/office/drawing/2014/main" id="{FABC5E27-114A-46DA-B442-54D49D15B016}"/>
              </a:ext>
            </a:extLst>
          </p:cNvPr>
          <p:cNvGrpSpPr/>
          <p:nvPr/>
        </p:nvGrpSpPr>
        <p:grpSpPr>
          <a:xfrm>
            <a:off x="1312816" y="2213319"/>
            <a:ext cx="1870165" cy="3599793"/>
            <a:chOff x="1312816" y="2213319"/>
            <a:chExt cx="1870165" cy="3599793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1" name="Phóng to Trang chiếu 30">
                  <a:extLst>
                    <a:ext uri="{FF2B5EF4-FFF2-40B4-BE49-F238E27FC236}">
                      <a16:creationId xmlns:a16="http://schemas.microsoft.com/office/drawing/2014/main" id="{F2226252-4BCC-4ECE-A413-E6A2D04DF6F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3822338"/>
                    </p:ext>
                  </p:extLst>
                </p:nvPr>
              </p:nvGraphicFramePr>
              <p:xfrm>
                <a:off x="1530283" y="2213319"/>
                <a:ext cx="1511435" cy="1511435"/>
              </p:xfrm>
              <a:graphic>
                <a:graphicData uri="http://schemas.microsoft.com/office/powerpoint/2016/slidezoom">
                  <pslz:sldZm>
                    <pslz:sldZmObj sldId="272" cId="3349781264">
                      <pslz:zmPr id="{6DCFDE65-BD1F-4B92-85AB-AA27F13E001B}" returnToParent="0" imageType="cover" transitionDur="1000">
                        <p166:blipFill xmlns:p166="http://schemas.microsoft.com/office/powerpoint/2016/6/main"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11435" cy="1511435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1" name="Phóng to Trang chiếu 30">
                  <a:extLst>
                    <a:ext uri="{FF2B5EF4-FFF2-40B4-BE49-F238E27FC236}">
                      <a16:creationId xmlns:a16="http://schemas.microsoft.com/office/drawing/2014/main" id="{F2226252-4BCC-4ECE-A413-E6A2D04DF6F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30283" y="2213319"/>
                  <a:ext cx="1511435" cy="1511435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46" name="Hộp Văn bản 45">
              <a:extLst>
                <a:ext uri="{FF2B5EF4-FFF2-40B4-BE49-F238E27FC236}">
                  <a16:creationId xmlns:a16="http://schemas.microsoft.com/office/drawing/2014/main" id="{DE1EB527-ADDB-4F77-A619-36D7925E6A3A}"/>
                </a:ext>
              </a:extLst>
            </p:cNvPr>
            <p:cNvSpPr txBox="1"/>
            <p:nvPr/>
          </p:nvSpPr>
          <p:spPr>
            <a:xfrm>
              <a:off x="1803926" y="4485755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Hộp Văn bản 46">
              <a:extLst>
                <a:ext uri="{FF2B5EF4-FFF2-40B4-BE49-F238E27FC236}">
                  <a16:creationId xmlns:a16="http://schemas.microsoft.com/office/drawing/2014/main" id="{18987885-E331-4E80-A8C1-BA51469850C1}"/>
                </a:ext>
              </a:extLst>
            </p:cNvPr>
            <p:cNvSpPr txBox="1"/>
            <p:nvPr/>
          </p:nvSpPr>
          <p:spPr>
            <a:xfrm>
              <a:off x="1312816" y="5105226"/>
              <a:ext cx="18701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Itachi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Nhóm 60">
            <a:extLst>
              <a:ext uri="{FF2B5EF4-FFF2-40B4-BE49-F238E27FC236}">
                <a16:creationId xmlns:a16="http://schemas.microsoft.com/office/drawing/2014/main" id="{72725B77-EACB-4824-A31C-1DD560FB9432}"/>
              </a:ext>
            </a:extLst>
          </p:cNvPr>
          <p:cNvGrpSpPr/>
          <p:nvPr/>
        </p:nvGrpSpPr>
        <p:grpSpPr>
          <a:xfrm>
            <a:off x="4832353" y="2160240"/>
            <a:ext cx="2338754" cy="3590042"/>
            <a:chOff x="4832353" y="2160240"/>
            <a:chExt cx="2338754" cy="359004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3" name="Phóng to Trang chiếu 32">
                  <a:extLst>
                    <a:ext uri="{FF2B5EF4-FFF2-40B4-BE49-F238E27FC236}">
                      <a16:creationId xmlns:a16="http://schemas.microsoft.com/office/drawing/2014/main" id="{4735DFA6-E018-4436-B529-474F347DA6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89135208"/>
                    </p:ext>
                  </p:extLst>
                </p:nvPr>
              </p:nvGraphicFramePr>
              <p:xfrm>
                <a:off x="5105400" y="2160240"/>
                <a:ext cx="1740213" cy="1605334"/>
              </p:xfrm>
              <a:graphic>
                <a:graphicData uri="http://schemas.microsoft.com/office/powerpoint/2016/slidezoom">
                  <pslz:sldZm>
                    <pslz:sldZmObj sldId="273" cId="715607464">
                      <pslz:zmPr id="{B78DB585-FDB1-4E16-B72D-81FCE993D9ED}" returnToParent="0" imageType="cover" transitionDur="1000">
                        <p166:blipFill xmlns:p166="http://schemas.microsoft.com/office/powerpoint/2016/6/main"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0213" cy="1605334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3" name="Phóng to Trang chiếu 32">
                  <a:extLst>
                    <a:ext uri="{FF2B5EF4-FFF2-40B4-BE49-F238E27FC236}">
                      <a16:creationId xmlns:a16="http://schemas.microsoft.com/office/drawing/2014/main" id="{4735DFA6-E018-4436-B529-474F347DA69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05400" y="2160240"/>
                  <a:ext cx="1740213" cy="1605334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48" name="Hộp Văn bản 47">
              <a:extLst>
                <a:ext uri="{FF2B5EF4-FFF2-40B4-BE49-F238E27FC236}">
                  <a16:creationId xmlns:a16="http://schemas.microsoft.com/office/drawing/2014/main" id="{150849E7-CCF8-4E8C-ACFE-AEB588B05812}"/>
                </a:ext>
              </a:extLst>
            </p:cNvPr>
            <p:cNvSpPr txBox="1"/>
            <p:nvPr/>
          </p:nvSpPr>
          <p:spPr>
            <a:xfrm>
              <a:off x="4832353" y="50423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Deidara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Hộp Văn bản 48">
              <a:extLst>
                <a:ext uri="{FF2B5EF4-FFF2-40B4-BE49-F238E27FC236}">
                  <a16:creationId xmlns:a16="http://schemas.microsoft.com/office/drawing/2014/main" id="{D4EFEE6E-396D-48C8-A6CE-0DC33EE1CC4C}"/>
                </a:ext>
              </a:extLst>
            </p:cNvPr>
            <p:cNvSpPr txBox="1"/>
            <p:nvPr/>
          </p:nvSpPr>
          <p:spPr>
            <a:xfrm>
              <a:off x="5560638" y="44577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Nhóm 61">
            <a:extLst>
              <a:ext uri="{FF2B5EF4-FFF2-40B4-BE49-F238E27FC236}">
                <a16:creationId xmlns:a16="http://schemas.microsoft.com/office/drawing/2014/main" id="{041E785C-6D93-4792-A54A-8D5CDEEA56D0}"/>
              </a:ext>
            </a:extLst>
          </p:cNvPr>
          <p:cNvGrpSpPr/>
          <p:nvPr/>
        </p:nvGrpSpPr>
        <p:grpSpPr>
          <a:xfrm>
            <a:off x="9147200" y="2248682"/>
            <a:ext cx="2338754" cy="3557862"/>
            <a:chOff x="9147200" y="2248682"/>
            <a:chExt cx="2338754" cy="355786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5" name="Phóng to Trang chiếu 34">
                  <a:extLst>
                    <a:ext uri="{FF2B5EF4-FFF2-40B4-BE49-F238E27FC236}">
                      <a16:creationId xmlns:a16="http://schemas.microsoft.com/office/drawing/2014/main" id="{6E77717E-642C-4E9A-A446-58A03F930F3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52123092"/>
                    </p:ext>
                  </p:extLst>
                </p:nvPr>
              </p:nvGraphicFramePr>
              <p:xfrm>
                <a:off x="9572250" y="2248682"/>
                <a:ext cx="1494417" cy="1540130"/>
              </p:xfrm>
              <a:graphic>
                <a:graphicData uri="http://schemas.microsoft.com/office/powerpoint/2016/slidezoom">
                  <pslz:sldZm>
                    <pslz:sldZmObj sldId="274" cId="224147681">
                      <pslz:zmPr id="{B49AA269-1CC6-4459-B676-17E8EEA69DD6}" returnToParent="0" imageType="cover" transitionDur="1000">
                        <p166:blipFill xmlns:p166="http://schemas.microsoft.com/office/powerpoint/2016/6/main"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494417" cy="1540130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5" name="Phóng to Trang chiếu 34">
                  <a:extLst>
                    <a:ext uri="{FF2B5EF4-FFF2-40B4-BE49-F238E27FC236}">
                      <a16:creationId xmlns:a16="http://schemas.microsoft.com/office/drawing/2014/main" id="{6E77717E-642C-4E9A-A446-58A03F930F3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72250" y="2248682"/>
                  <a:ext cx="1494417" cy="1540130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0" name="Hộp Văn bản 49">
              <a:extLst>
                <a:ext uri="{FF2B5EF4-FFF2-40B4-BE49-F238E27FC236}">
                  <a16:creationId xmlns:a16="http://schemas.microsoft.com/office/drawing/2014/main" id="{1BF3E5E4-A964-4FBE-B0C0-28E5D523576E}"/>
                </a:ext>
              </a:extLst>
            </p:cNvPr>
            <p:cNvSpPr txBox="1"/>
            <p:nvPr/>
          </p:nvSpPr>
          <p:spPr>
            <a:xfrm>
              <a:off x="9147200" y="5098658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Hidan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Hộp Văn bản 50">
              <a:extLst>
                <a:ext uri="{FF2B5EF4-FFF2-40B4-BE49-F238E27FC236}">
                  <a16:creationId xmlns:a16="http://schemas.microsoft.com/office/drawing/2014/main" id="{AD7A90D4-D74F-43CD-8DD8-38AB99090382}"/>
                </a:ext>
              </a:extLst>
            </p:cNvPr>
            <p:cNvSpPr txBox="1"/>
            <p:nvPr/>
          </p:nvSpPr>
          <p:spPr>
            <a:xfrm>
              <a:off x="9875485" y="4513962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Nhóm 62">
            <a:extLst>
              <a:ext uri="{FF2B5EF4-FFF2-40B4-BE49-F238E27FC236}">
                <a16:creationId xmlns:a16="http://schemas.microsoft.com/office/drawing/2014/main" id="{0D4ECEDD-744C-4623-B8B2-C664A2998FA0}"/>
              </a:ext>
            </a:extLst>
          </p:cNvPr>
          <p:cNvGrpSpPr/>
          <p:nvPr/>
        </p:nvGrpSpPr>
        <p:grpSpPr>
          <a:xfrm>
            <a:off x="13368779" y="2227795"/>
            <a:ext cx="2338754" cy="3674887"/>
            <a:chOff x="13368779" y="2227795"/>
            <a:chExt cx="2338754" cy="3674887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7" name="Phóng to Trang chiếu 36">
                  <a:extLst>
                    <a:ext uri="{FF2B5EF4-FFF2-40B4-BE49-F238E27FC236}">
                      <a16:creationId xmlns:a16="http://schemas.microsoft.com/office/drawing/2014/main" id="{BDC4A2D4-2D81-4361-9AF0-0A42A73029F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05201218"/>
                    </p:ext>
                  </p:extLst>
                </p:nvPr>
              </p:nvGraphicFramePr>
              <p:xfrm>
                <a:off x="13799997" y="2227795"/>
                <a:ext cx="1500188" cy="1500188"/>
              </p:xfrm>
              <a:graphic>
                <a:graphicData uri="http://schemas.microsoft.com/office/powerpoint/2016/slidezoom">
                  <pslz:sldZm>
                    <pslz:sldZmObj sldId="275" cId="1416809502">
                      <pslz:zmPr id="{A83ED082-E1AF-4954-B5E9-0A0351D3164B}" returnToParent="0" imageType="cover" transitionDur="1000">
                        <p166:blipFill xmlns:p166="http://schemas.microsoft.com/office/powerpoint/2016/6/main"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00188" cy="1500188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7" name="Phóng to Trang chiếu 36">
                  <a:extLst>
                    <a:ext uri="{FF2B5EF4-FFF2-40B4-BE49-F238E27FC236}">
                      <a16:creationId xmlns:a16="http://schemas.microsoft.com/office/drawing/2014/main" id="{BDC4A2D4-2D81-4361-9AF0-0A42A73029F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99997" y="2227795"/>
                  <a:ext cx="1500188" cy="1500188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2" name="Hộp Văn bản 51">
              <a:extLst>
                <a:ext uri="{FF2B5EF4-FFF2-40B4-BE49-F238E27FC236}">
                  <a16:creationId xmlns:a16="http://schemas.microsoft.com/office/drawing/2014/main" id="{BD2C8294-5016-4226-B6AA-AAA507EE7835}"/>
                </a:ext>
              </a:extLst>
            </p:cNvPr>
            <p:cNvSpPr txBox="1"/>
            <p:nvPr/>
          </p:nvSpPr>
          <p:spPr>
            <a:xfrm>
              <a:off x="13368779" y="51947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Kakuzu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Hộp Văn bản 52">
              <a:extLst>
                <a:ext uri="{FF2B5EF4-FFF2-40B4-BE49-F238E27FC236}">
                  <a16:creationId xmlns:a16="http://schemas.microsoft.com/office/drawing/2014/main" id="{30CC61D9-816C-492C-8C23-B0852648CF35}"/>
                </a:ext>
              </a:extLst>
            </p:cNvPr>
            <p:cNvSpPr txBox="1"/>
            <p:nvPr/>
          </p:nvSpPr>
          <p:spPr>
            <a:xfrm>
              <a:off x="14097064" y="46101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Nhóm 63">
            <a:extLst>
              <a:ext uri="{FF2B5EF4-FFF2-40B4-BE49-F238E27FC236}">
                <a16:creationId xmlns:a16="http://schemas.microsoft.com/office/drawing/2014/main" id="{66FDF0AC-E511-46E8-95AB-A2F91ADF2494}"/>
              </a:ext>
            </a:extLst>
          </p:cNvPr>
          <p:cNvGrpSpPr/>
          <p:nvPr/>
        </p:nvGrpSpPr>
        <p:grpSpPr>
          <a:xfrm>
            <a:off x="2864744" y="5600700"/>
            <a:ext cx="2338754" cy="3624241"/>
            <a:chOff x="2864744" y="5600700"/>
            <a:chExt cx="2338754" cy="3624241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9" name="Phóng to Trang chiếu 38">
                  <a:extLst>
                    <a:ext uri="{FF2B5EF4-FFF2-40B4-BE49-F238E27FC236}">
                      <a16:creationId xmlns:a16="http://schemas.microsoft.com/office/drawing/2014/main" id="{3AC0838B-5056-40E5-81B8-E0A0AD4DBB1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36902783"/>
                    </p:ext>
                  </p:extLst>
                </p:nvPr>
              </p:nvGraphicFramePr>
              <p:xfrm>
                <a:off x="3286963" y="5600700"/>
                <a:ext cx="1570514" cy="1570514"/>
              </p:xfrm>
              <a:graphic>
                <a:graphicData uri="http://schemas.microsoft.com/office/powerpoint/2016/slidezoom">
                  <pslz:sldZm>
                    <pslz:sldZmObj sldId="276" cId="1606944941">
                      <pslz:zmPr id="{198E9BD7-9EC5-466B-9956-D5C66FF81C2F}" returnToParent="0" imageType="cover" transitionDur="1000">
                        <p166:blipFill xmlns:p166="http://schemas.microsoft.com/office/powerpoint/2016/6/main"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70514" cy="1570514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9" name="Phóng to Trang chiếu 38">
                  <a:extLst>
                    <a:ext uri="{FF2B5EF4-FFF2-40B4-BE49-F238E27FC236}">
                      <a16:creationId xmlns:a16="http://schemas.microsoft.com/office/drawing/2014/main" id="{3AC0838B-5056-40E5-81B8-E0A0AD4DBB1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86963" y="5600700"/>
                  <a:ext cx="1570514" cy="1570514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4" name="Hộp Văn bản 53">
              <a:extLst>
                <a:ext uri="{FF2B5EF4-FFF2-40B4-BE49-F238E27FC236}">
                  <a16:creationId xmlns:a16="http://schemas.microsoft.com/office/drawing/2014/main" id="{6831A123-2340-4023-BFC8-D8C4393B2601}"/>
                </a:ext>
              </a:extLst>
            </p:cNvPr>
            <p:cNvSpPr txBox="1"/>
            <p:nvPr/>
          </p:nvSpPr>
          <p:spPr>
            <a:xfrm>
              <a:off x="2864744" y="8517055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Tobi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Hộp Văn bản 54">
              <a:extLst>
                <a:ext uri="{FF2B5EF4-FFF2-40B4-BE49-F238E27FC236}">
                  <a16:creationId xmlns:a16="http://schemas.microsoft.com/office/drawing/2014/main" id="{5610C97D-67A1-4FFF-A8A8-596AE8EED39F}"/>
                </a:ext>
              </a:extLst>
            </p:cNvPr>
            <p:cNvSpPr txBox="1"/>
            <p:nvPr/>
          </p:nvSpPr>
          <p:spPr>
            <a:xfrm>
              <a:off x="3593029" y="7932359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Nhóm 64">
            <a:extLst>
              <a:ext uri="{FF2B5EF4-FFF2-40B4-BE49-F238E27FC236}">
                <a16:creationId xmlns:a16="http://schemas.microsoft.com/office/drawing/2014/main" id="{C931EC61-AB78-4E66-AB13-989FB3A90C62}"/>
              </a:ext>
            </a:extLst>
          </p:cNvPr>
          <p:cNvGrpSpPr/>
          <p:nvPr/>
        </p:nvGrpSpPr>
        <p:grpSpPr>
          <a:xfrm>
            <a:off x="7026893" y="5448300"/>
            <a:ext cx="2338754" cy="3654782"/>
            <a:chOff x="7026893" y="5448300"/>
            <a:chExt cx="2338754" cy="365478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1" name="Phóng to Trang chiếu 40">
                  <a:extLst>
                    <a:ext uri="{FF2B5EF4-FFF2-40B4-BE49-F238E27FC236}">
                      <a16:creationId xmlns:a16="http://schemas.microsoft.com/office/drawing/2014/main" id="{B2919F85-0DBA-4B52-943A-4F10A637A1A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52061992"/>
                    </p:ext>
                  </p:extLst>
                </p:nvPr>
              </p:nvGraphicFramePr>
              <p:xfrm>
                <a:off x="7323840" y="5448300"/>
                <a:ext cx="1668657" cy="1668657"/>
              </p:xfrm>
              <a:graphic>
                <a:graphicData uri="http://schemas.microsoft.com/office/powerpoint/2016/slidezoom">
                  <pslz:sldZm>
                    <pslz:sldZmObj sldId="277" cId="1757352798">
                      <pslz:zmPr id="{CC0A6A95-FD99-47E7-A7DE-8830DB9C7953}" returnToParent="0" imageType="cover" transitionDur="1000">
                        <p166:blipFill xmlns:p166="http://schemas.microsoft.com/office/powerpoint/2016/6/main"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668657" cy="1668657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1" name="Phóng to Trang chiếu 40">
                  <a:extLst>
                    <a:ext uri="{FF2B5EF4-FFF2-40B4-BE49-F238E27FC236}">
                      <a16:creationId xmlns:a16="http://schemas.microsoft.com/office/drawing/2014/main" id="{B2919F85-0DBA-4B52-943A-4F10A637A1A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23840" y="5448300"/>
                  <a:ext cx="1668657" cy="1668657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6" name="Hộp Văn bản 55">
              <a:extLst>
                <a:ext uri="{FF2B5EF4-FFF2-40B4-BE49-F238E27FC236}">
                  <a16:creationId xmlns:a16="http://schemas.microsoft.com/office/drawing/2014/main" id="{EFD8C031-4C67-40B0-91B4-F429272123CE}"/>
                </a:ext>
              </a:extLst>
            </p:cNvPr>
            <p:cNvSpPr txBox="1"/>
            <p:nvPr/>
          </p:nvSpPr>
          <p:spPr>
            <a:xfrm>
              <a:off x="7026893" y="83951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Pain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Hộp Văn bản 56">
              <a:extLst>
                <a:ext uri="{FF2B5EF4-FFF2-40B4-BE49-F238E27FC236}">
                  <a16:creationId xmlns:a16="http://schemas.microsoft.com/office/drawing/2014/main" id="{822BB9D7-26D1-47A5-AAD4-D49931A8F932}"/>
                </a:ext>
              </a:extLst>
            </p:cNvPr>
            <p:cNvSpPr txBox="1"/>
            <p:nvPr/>
          </p:nvSpPr>
          <p:spPr>
            <a:xfrm>
              <a:off x="7755178" y="78105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Nhóm 65">
            <a:extLst>
              <a:ext uri="{FF2B5EF4-FFF2-40B4-BE49-F238E27FC236}">
                <a16:creationId xmlns:a16="http://schemas.microsoft.com/office/drawing/2014/main" id="{A2F41746-8A08-45BA-B6F6-349FD417773C}"/>
              </a:ext>
            </a:extLst>
          </p:cNvPr>
          <p:cNvGrpSpPr/>
          <p:nvPr/>
        </p:nvGrpSpPr>
        <p:grpSpPr>
          <a:xfrm>
            <a:off x="11030025" y="5456044"/>
            <a:ext cx="2338754" cy="3647038"/>
            <a:chOff x="11030025" y="5456044"/>
            <a:chExt cx="2338754" cy="3647038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5" name="Phóng to Trang chiếu 44">
                  <a:extLst>
                    <a:ext uri="{FF2B5EF4-FFF2-40B4-BE49-F238E27FC236}">
                      <a16:creationId xmlns:a16="http://schemas.microsoft.com/office/drawing/2014/main" id="{9F936EA9-5CC6-4C7F-A1C7-10A9E4986A5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84319261"/>
                    </p:ext>
                  </p:extLst>
                </p:nvPr>
              </p:nvGraphicFramePr>
              <p:xfrm>
                <a:off x="11282330" y="5456044"/>
                <a:ext cx="1870165" cy="1668656"/>
              </p:xfrm>
              <a:graphic>
                <a:graphicData uri="http://schemas.microsoft.com/office/powerpoint/2016/slidezoom">
                  <pslz:sldZm>
                    <pslz:sldZmObj sldId="278" cId="662848273">
                      <pslz:zmPr id="{7122F19A-DA1D-4CF1-B91E-C8882CA258B7}" imageType="cover" transitionDur="1000">
                        <p166:blipFill xmlns:p166="http://schemas.microsoft.com/office/powerpoint/2016/6/main"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870165" cy="1668656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5" name="Phóng to Trang chiếu 44">
                  <a:extLst>
                    <a:ext uri="{FF2B5EF4-FFF2-40B4-BE49-F238E27FC236}">
                      <a16:creationId xmlns:a16="http://schemas.microsoft.com/office/drawing/2014/main" id="{9F936EA9-5CC6-4C7F-A1C7-10A9E4986A5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2330" y="5456044"/>
                  <a:ext cx="1870165" cy="1668656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8" name="Hộp Văn bản 57">
              <a:extLst>
                <a:ext uri="{FF2B5EF4-FFF2-40B4-BE49-F238E27FC236}">
                  <a16:creationId xmlns:a16="http://schemas.microsoft.com/office/drawing/2014/main" id="{A1FFF849-83D2-4AC9-9EE6-9D57176C6B54}"/>
                </a:ext>
              </a:extLst>
            </p:cNvPr>
            <p:cNvSpPr txBox="1"/>
            <p:nvPr/>
          </p:nvSpPr>
          <p:spPr>
            <a:xfrm>
              <a:off x="11030025" y="83951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Sasori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Hộp Văn bản 58">
              <a:extLst>
                <a:ext uri="{FF2B5EF4-FFF2-40B4-BE49-F238E27FC236}">
                  <a16:creationId xmlns:a16="http://schemas.microsoft.com/office/drawing/2014/main" id="{CF8CA690-FFB3-4558-8E16-C21CF4CEF75A}"/>
                </a:ext>
              </a:extLst>
            </p:cNvPr>
            <p:cNvSpPr txBox="1"/>
            <p:nvPr/>
          </p:nvSpPr>
          <p:spPr>
            <a:xfrm>
              <a:off x="11758310" y="78105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6825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299" r="-1829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1" y="4427289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86487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ITACHI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781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4522" t="13" r="-17610" b="-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1" y="4427289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86487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DEIDARA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4D832B87-F90A-4078-BCC9-07FC32D399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110" y="419100"/>
            <a:ext cx="1524000" cy="105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0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175" r="-3157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28" y="4574347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248" y="78105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HIDAN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FF46E375-3C52-4511-AD80-B31B3B266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81960"/>
            <a:ext cx="1891514" cy="130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7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bright="-9000" contrast="1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836" r="-708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38700"/>
            <a:ext cx="2743200" cy="1675394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88011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KAKUZU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8100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09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59" r="-115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TOBI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14" y="53365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44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49" t="-2463" r="-249" b="-2772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14" y="53365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52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3" t="-23396" r="-53" b="-8466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3400" y="7239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SASORI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38200" y="664998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61848" y="7937442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758" y="53365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4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1" y="9226485"/>
            <a:ext cx="18288000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" y="0"/>
            <a:ext cx="18288000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8ACCE707-D36C-4CB0-8A62-97C63CBBC442}"/>
              </a:ext>
            </a:extLst>
          </p:cNvPr>
          <p:cNvSpPr txBox="1"/>
          <p:nvPr/>
        </p:nvSpPr>
        <p:spPr>
          <a:xfrm>
            <a:off x="2024543" y="3345180"/>
            <a:ext cx="14238914" cy="2898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>
                <a:solidFill>
                  <a:srgbClr val="FFFFFF"/>
                </a:solidFill>
                <a:latin typeface="League Spartan"/>
              </a:rPr>
              <a:t>THANKS FOR WATCHING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4F1CA6F-A383-4890-8068-412AF827AE62}"/>
              </a:ext>
            </a:extLst>
          </p:cNvPr>
          <p:cNvSpPr txBox="1"/>
          <p:nvPr/>
        </p:nvSpPr>
        <p:spPr>
          <a:xfrm>
            <a:off x="4520143" y="6469380"/>
            <a:ext cx="924771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Muli Black"/>
              </a:rPr>
              <a:t>Môn học thuyết trình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7D160040-92EB-4B5C-8981-12627C426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89066"/>
            <a:ext cx="2691382" cy="208006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04610720-40DD-4606-A389-D306F9212A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367" y="1238199"/>
            <a:ext cx="2691382" cy="2080065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AF327E58-C0F2-4BE0-A044-846CE5E88D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503480"/>
            <a:ext cx="3359598" cy="2596503"/>
          </a:xfrm>
          <a:prstGeom prst="rect">
            <a:avLst/>
          </a:prstGeom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A1A70959-3B65-49FB-BA9E-1C98E6CE4C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3658" y="6212529"/>
            <a:ext cx="3359598" cy="25965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421</Words>
  <Application>Microsoft Office PowerPoint</Application>
  <PresentationFormat>Custom</PresentationFormat>
  <Paragraphs>123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League Spartan Bold</vt:lpstr>
      <vt:lpstr>Calibri</vt:lpstr>
      <vt:lpstr>League Spartan</vt:lpstr>
      <vt:lpstr>Muli Black</vt:lpstr>
      <vt:lpstr>Fira Sans Extra Condensed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Preto, Branco e Vermelho sobre Arquitetura Japonesa</dc:title>
  <dc:creator>Cong Nguyen</dc:creator>
  <cp:lastModifiedBy>Trọng Dương Văn</cp:lastModifiedBy>
  <cp:revision>4</cp:revision>
  <dcterms:created xsi:type="dcterms:W3CDTF">2006-08-16T00:00:00Z</dcterms:created>
  <dcterms:modified xsi:type="dcterms:W3CDTF">2026-09-24T12:05:24Z</dcterms:modified>
  <dc:identifier>DAEvepqL7n4</dc:identifier>
</cp:coreProperties>
</file>